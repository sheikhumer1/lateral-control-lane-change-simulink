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4" r:id="rId9"/>
    <p:sldId id="261" r:id="rId10"/>
    <p:sldId id="266" r:id="rId11"/>
    <p:sldId id="265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3842" autoAdjust="0"/>
  </p:normalViewPr>
  <p:slideViewPr>
    <p:cSldViewPr snapToGrid="0">
      <p:cViewPr varScale="1">
        <p:scale>
          <a:sx n="89" d="100"/>
          <a:sy n="89" d="100"/>
        </p:scale>
        <p:origin x="509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mer Aijaz" userId="40b8677f1aeeaff8" providerId="LiveId" clId="{E84A0F36-A845-46AF-94C2-6251774AD388}"/>
    <pc:docChg chg="undo redo custSel addSld delSld modSld sldOrd">
      <pc:chgData name="Umer Aijaz" userId="40b8677f1aeeaff8" providerId="LiveId" clId="{E84A0F36-A845-46AF-94C2-6251774AD388}" dt="2024-01-14T17:45:23.892" v="2759"/>
      <pc:docMkLst>
        <pc:docMk/>
      </pc:docMkLst>
      <pc:sldChg chg="addSp delSp modSp mod setBg">
        <pc:chgData name="Umer Aijaz" userId="40b8677f1aeeaff8" providerId="LiveId" clId="{E84A0F36-A845-46AF-94C2-6251774AD388}" dt="2024-01-12T20:49:44.154" v="2553"/>
        <pc:sldMkLst>
          <pc:docMk/>
          <pc:sldMk cId="1334093877" sldId="256"/>
        </pc:sldMkLst>
        <pc:spChg chg="mod">
          <ac:chgData name="Umer Aijaz" userId="40b8677f1aeeaff8" providerId="LiveId" clId="{E84A0F36-A845-46AF-94C2-6251774AD388}" dt="2024-01-12T20:49:44.154" v="2553"/>
          <ac:spMkLst>
            <pc:docMk/>
            <pc:sldMk cId="1334093877" sldId="256"/>
            <ac:spMk id="2" creationId="{EE308149-DE9E-0F62-52A3-33ED9DAF749A}"/>
          </ac:spMkLst>
        </pc:spChg>
        <pc:spChg chg="del">
          <ac:chgData name="Umer Aijaz" userId="40b8677f1aeeaff8" providerId="LiveId" clId="{E84A0F36-A845-46AF-94C2-6251774AD388}" dt="2024-01-07T18:02:05.028" v="829" actId="478"/>
          <ac:spMkLst>
            <pc:docMk/>
            <pc:sldMk cId="1334093877" sldId="256"/>
            <ac:spMk id="3" creationId="{FDD277BE-A288-0FF4-C621-EB742541EB71}"/>
          </ac:spMkLst>
        </pc:spChg>
        <pc:spChg chg="add mod">
          <ac:chgData name="Umer Aijaz" userId="40b8677f1aeeaff8" providerId="LiveId" clId="{E84A0F36-A845-46AF-94C2-6251774AD388}" dt="2024-01-07T20:35:17.017" v="2194" actId="113"/>
          <ac:spMkLst>
            <pc:docMk/>
            <pc:sldMk cId="1334093877" sldId="256"/>
            <ac:spMk id="9" creationId="{719EBD70-C34A-2C86-17E5-ED0ABBF5B961}"/>
          </ac:spMkLst>
        </pc:spChg>
        <pc:picChg chg="del mod">
          <ac:chgData name="Umer Aijaz" userId="40b8677f1aeeaff8" providerId="LiveId" clId="{E84A0F36-A845-46AF-94C2-6251774AD388}" dt="2024-01-07T20:45:37.315" v="2316" actId="478"/>
          <ac:picMkLst>
            <pc:docMk/>
            <pc:sldMk cId="1334093877" sldId="256"/>
            <ac:picMk id="4" creationId="{302BD79B-4C8C-5B47-AD1E-20655F95FEF1}"/>
          </ac:picMkLst>
        </pc:picChg>
        <pc:picChg chg="add del mod">
          <ac:chgData name="Umer Aijaz" userId="40b8677f1aeeaff8" providerId="LiveId" clId="{E84A0F36-A845-46AF-94C2-6251774AD388}" dt="2024-01-07T20:40:39.525" v="2267" actId="478"/>
          <ac:picMkLst>
            <pc:docMk/>
            <pc:sldMk cId="1334093877" sldId="256"/>
            <ac:picMk id="6" creationId="{581D45D8-EFC3-6988-4A29-53FB4B75EFAD}"/>
          </ac:picMkLst>
        </pc:picChg>
        <pc:picChg chg="add del mod">
          <ac:chgData name="Umer Aijaz" userId="40b8677f1aeeaff8" providerId="LiveId" clId="{E84A0F36-A845-46AF-94C2-6251774AD388}" dt="2024-01-07T18:52:41.647" v="1156" actId="478"/>
          <ac:picMkLst>
            <pc:docMk/>
            <pc:sldMk cId="1334093877" sldId="256"/>
            <ac:picMk id="8" creationId="{A4373C6A-A7CB-509B-C1B1-2D739B370B24}"/>
          </ac:picMkLst>
        </pc:picChg>
        <pc:picChg chg="add mod">
          <ac:chgData name="Umer Aijaz" userId="40b8677f1aeeaff8" providerId="LiveId" clId="{E84A0F36-A845-46AF-94C2-6251774AD388}" dt="2024-01-07T20:33:29.155" v="2177" actId="1076"/>
          <ac:picMkLst>
            <pc:docMk/>
            <pc:sldMk cId="1334093877" sldId="256"/>
            <ac:picMk id="11" creationId="{E8F9D4E5-FF57-13D2-9330-B538F867E590}"/>
          </ac:picMkLst>
        </pc:picChg>
        <pc:picChg chg="add del mod">
          <ac:chgData name="Umer Aijaz" userId="40b8677f1aeeaff8" providerId="LiveId" clId="{E84A0F36-A845-46AF-94C2-6251774AD388}" dt="2024-01-07T20:40:35.289" v="2266" actId="478"/>
          <ac:picMkLst>
            <pc:docMk/>
            <pc:sldMk cId="1334093877" sldId="256"/>
            <ac:picMk id="2050" creationId="{7BBD0C97-A483-2761-D4F3-172ED8451DFF}"/>
          </ac:picMkLst>
        </pc:picChg>
        <pc:picChg chg="add del mod">
          <ac:chgData name="Umer Aijaz" userId="40b8677f1aeeaff8" providerId="LiveId" clId="{E84A0F36-A845-46AF-94C2-6251774AD388}" dt="2024-01-07T19:39:32.419" v="1491" actId="478"/>
          <ac:picMkLst>
            <pc:docMk/>
            <pc:sldMk cId="1334093877" sldId="256"/>
            <ac:picMk id="2052" creationId="{F5C811F0-D3FC-99EA-0761-D976031D518E}"/>
          </ac:picMkLst>
        </pc:picChg>
      </pc:sldChg>
      <pc:sldChg chg="addSp delSp modSp mod setBg modAnim">
        <pc:chgData name="Umer Aijaz" userId="40b8677f1aeeaff8" providerId="LiveId" clId="{E84A0F36-A845-46AF-94C2-6251774AD388}" dt="2024-01-12T20:50:50.408" v="2561" actId="20577"/>
        <pc:sldMkLst>
          <pc:docMk/>
          <pc:sldMk cId="3100233781" sldId="257"/>
        </pc:sldMkLst>
        <pc:spChg chg="mod">
          <ac:chgData name="Umer Aijaz" userId="40b8677f1aeeaff8" providerId="LiveId" clId="{E84A0F36-A845-46AF-94C2-6251774AD388}" dt="2024-01-12T20:50:38.999" v="2558" actId="1076"/>
          <ac:spMkLst>
            <pc:docMk/>
            <pc:sldMk cId="3100233781" sldId="257"/>
            <ac:spMk id="2" creationId="{B9742338-E3E7-0012-B5C2-B7FEE72EE988}"/>
          </ac:spMkLst>
        </pc:spChg>
        <pc:spChg chg="mod">
          <ac:chgData name="Umer Aijaz" userId="40b8677f1aeeaff8" providerId="LiveId" clId="{E84A0F36-A845-46AF-94C2-6251774AD388}" dt="2024-01-12T20:50:50.408" v="2561" actId="20577"/>
          <ac:spMkLst>
            <pc:docMk/>
            <pc:sldMk cId="3100233781" sldId="257"/>
            <ac:spMk id="3" creationId="{320FA8A0-401D-1801-D47F-4033837BF128}"/>
          </ac:spMkLst>
        </pc:spChg>
        <pc:spChg chg="mod">
          <ac:chgData name="Umer Aijaz" userId="40b8677f1aeeaff8" providerId="LiveId" clId="{E84A0F36-A845-46AF-94C2-6251774AD388}" dt="2024-01-07T18:45:32.936" v="1059"/>
          <ac:spMkLst>
            <pc:docMk/>
            <pc:sldMk cId="3100233781" sldId="257"/>
            <ac:spMk id="4" creationId="{D91E609A-3856-5E7B-8597-41D6E55829E6}"/>
          </ac:spMkLst>
        </pc:spChg>
        <pc:spChg chg="add del mod">
          <ac:chgData name="Umer Aijaz" userId="40b8677f1aeeaff8" providerId="LiveId" clId="{E84A0F36-A845-46AF-94C2-6251774AD388}" dt="2024-01-07T18:52:36.279" v="1154"/>
          <ac:spMkLst>
            <pc:docMk/>
            <pc:sldMk cId="3100233781" sldId="257"/>
            <ac:spMk id="5" creationId="{5FC6898B-B4EB-2A85-AF3A-5D4AB5E874D7}"/>
          </ac:spMkLst>
        </pc:spChg>
        <pc:picChg chg="add del mod">
          <ac:chgData name="Umer Aijaz" userId="40b8677f1aeeaff8" providerId="LiveId" clId="{E84A0F36-A845-46AF-94C2-6251774AD388}" dt="2024-01-07T20:36:26.995" v="2215" actId="478"/>
          <ac:picMkLst>
            <pc:docMk/>
            <pc:sldMk cId="3100233781" sldId="257"/>
            <ac:picMk id="6" creationId="{5F561BBE-69E2-3D90-B2BE-7C63167053CF}"/>
          </ac:picMkLst>
        </pc:picChg>
        <pc:picChg chg="add del mod">
          <ac:chgData name="Umer Aijaz" userId="40b8677f1aeeaff8" providerId="LiveId" clId="{E84A0F36-A845-46AF-94C2-6251774AD388}" dt="2024-01-07T19:37:42.766" v="1466"/>
          <ac:picMkLst>
            <pc:docMk/>
            <pc:sldMk cId="3100233781" sldId="257"/>
            <ac:picMk id="3074" creationId="{B52DB4D4-29EF-6393-D3C9-DCEC8231AE87}"/>
          </ac:picMkLst>
        </pc:picChg>
        <pc:picChg chg="add del mod">
          <ac:chgData name="Umer Aijaz" userId="40b8677f1aeeaff8" providerId="LiveId" clId="{E84A0F36-A845-46AF-94C2-6251774AD388}" dt="2024-01-07T19:37:58.870" v="1473" actId="478"/>
          <ac:picMkLst>
            <pc:docMk/>
            <pc:sldMk cId="3100233781" sldId="257"/>
            <ac:picMk id="3076" creationId="{FABAF21C-3CA5-39FC-4F85-DBFBB424B4BB}"/>
          </ac:picMkLst>
        </pc:picChg>
      </pc:sldChg>
      <pc:sldChg chg="addSp delSp modSp mod modTransition modClrScheme modAnim chgLayout">
        <pc:chgData name="Umer Aijaz" userId="40b8677f1aeeaff8" providerId="LiveId" clId="{E84A0F36-A845-46AF-94C2-6251774AD388}" dt="2024-01-12T21:33:11.711" v="2682" actId="1440"/>
        <pc:sldMkLst>
          <pc:docMk/>
          <pc:sldMk cId="682311446" sldId="258"/>
        </pc:sldMkLst>
        <pc:spChg chg="del mod">
          <ac:chgData name="Umer Aijaz" userId="40b8677f1aeeaff8" providerId="LiveId" clId="{E84A0F36-A845-46AF-94C2-6251774AD388}" dt="2024-01-07T16:28:21.851" v="242" actId="478"/>
          <ac:spMkLst>
            <pc:docMk/>
            <pc:sldMk cId="682311446" sldId="258"/>
            <ac:spMk id="2" creationId="{6299F4BB-3287-FDD8-8BC4-BB62D51762C2}"/>
          </ac:spMkLst>
        </pc:spChg>
        <pc:spChg chg="add del mod">
          <ac:chgData name="Umer Aijaz" userId="40b8677f1aeeaff8" providerId="LiveId" clId="{E84A0F36-A845-46AF-94C2-6251774AD388}" dt="2024-01-07T16:45:15.597" v="452" actId="478"/>
          <ac:spMkLst>
            <pc:docMk/>
            <pc:sldMk cId="682311446" sldId="258"/>
            <ac:spMk id="3" creationId="{7C545499-A063-4CE4-0EC0-1D1A0F7F5688}"/>
          </ac:spMkLst>
        </pc:spChg>
        <pc:spChg chg="add del mod">
          <ac:chgData name="Umer Aijaz" userId="40b8677f1aeeaff8" providerId="LiveId" clId="{E84A0F36-A845-46AF-94C2-6251774AD388}" dt="2024-01-07T16:28:25.679" v="243" actId="478"/>
          <ac:spMkLst>
            <pc:docMk/>
            <pc:sldMk cId="682311446" sldId="258"/>
            <ac:spMk id="5" creationId="{D4EC44DB-6DF5-5F51-63C4-EE77199B2F85}"/>
          </ac:spMkLst>
        </pc:spChg>
        <pc:spChg chg="add mod">
          <ac:chgData name="Umer Aijaz" userId="40b8677f1aeeaff8" providerId="LiveId" clId="{E84A0F36-A845-46AF-94C2-6251774AD388}" dt="2024-01-07T20:42:51.821" v="2288" actId="14100"/>
          <ac:spMkLst>
            <pc:docMk/>
            <pc:sldMk cId="682311446" sldId="258"/>
            <ac:spMk id="6" creationId="{04CE4705-1D62-9B51-2718-D09E3AB279A1}"/>
          </ac:spMkLst>
        </pc:spChg>
        <pc:spChg chg="add del mod">
          <ac:chgData name="Umer Aijaz" userId="40b8677f1aeeaff8" providerId="LiveId" clId="{E84A0F36-A845-46AF-94C2-6251774AD388}" dt="2024-01-07T16:37:07.191" v="436" actId="478"/>
          <ac:spMkLst>
            <pc:docMk/>
            <pc:sldMk cId="682311446" sldId="258"/>
            <ac:spMk id="7" creationId="{21063E2E-FAE5-F5A5-5EC1-5A9989A4FCB4}"/>
          </ac:spMkLst>
        </pc:spChg>
        <pc:spChg chg="add mod">
          <ac:chgData name="Umer Aijaz" userId="40b8677f1aeeaff8" providerId="LiveId" clId="{E84A0F36-A845-46AF-94C2-6251774AD388}" dt="2024-01-07T18:40:53.302" v="1037" actId="1076"/>
          <ac:spMkLst>
            <pc:docMk/>
            <pc:sldMk cId="682311446" sldId="258"/>
            <ac:spMk id="24" creationId="{AAF925B9-9576-D66E-0710-F124F2EE89D0}"/>
          </ac:spMkLst>
        </pc:spChg>
        <pc:spChg chg="add mod">
          <ac:chgData name="Umer Aijaz" userId="40b8677f1aeeaff8" providerId="LiveId" clId="{E84A0F36-A845-46AF-94C2-6251774AD388}" dt="2024-01-07T18:38:20.574" v="1021" actId="1076"/>
          <ac:spMkLst>
            <pc:docMk/>
            <pc:sldMk cId="682311446" sldId="258"/>
            <ac:spMk id="25" creationId="{8D7022C9-5263-A81A-8AA1-AA3D39A6EA7F}"/>
          </ac:spMkLst>
        </pc:spChg>
        <pc:spChg chg="add mod">
          <ac:chgData name="Umer Aijaz" userId="40b8677f1aeeaff8" providerId="LiveId" clId="{E84A0F36-A845-46AF-94C2-6251774AD388}" dt="2024-01-07T18:58:34.293" v="1185" actId="1076"/>
          <ac:spMkLst>
            <pc:docMk/>
            <pc:sldMk cId="682311446" sldId="258"/>
            <ac:spMk id="26" creationId="{F9E83792-511A-449D-340B-236EEBE505F5}"/>
          </ac:spMkLst>
        </pc:spChg>
        <pc:spChg chg="add mod ord">
          <ac:chgData name="Umer Aijaz" userId="40b8677f1aeeaff8" providerId="LiveId" clId="{E84A0F36-A845-46AF-94C2-6251774AD388}" dt="2024-01-07T19:01:54.869" v="1304" actId="1076"/>
          <ac:spMkLst>
            <pc:docMk/>
            <pc:sldMk cId="682311446" sldId="258"/>
            <ac:spMk id="32" creationId="{6C04B62E-AE2D-A598-A619-BE8CC0D72BCB}"/>
          </ac:spMkLst>
        </pc:spChg>
        <pc:spChg chg="mod">
          <ac:chgData name="Umer Aijaz" userId="40b8677f1aeeaff8" providerId="LiveId" clId="{E84A0F36-A845-46AF-94C2-6251774AD388}" dt="2024-01-07T19:02:23.687" v="1309" actId="113"/>
          <ac:spMkLst>
            <pc:docMk/>
            <pc:sldMk cId="682311446" sldId="258"/>
            <ac:spMk id="33" creationId="{967B8BFD-FA7F-BDBC-6230-7F31273013C3}"/>
          </ac:spMkLst>
        </pc:spChg>
        <pc:spChg chg="add mod">
          <ac:chgData name="Umer Aijaz" userId="40b8677f1aeeaff8" providerId="LiveId" clId="{E84A0F36-A845-46AF-94C2-6251774AD388}" dt="2024-01-07T18:47:51.261" v="1101" actId="1076"/>
          <ac:spMkLst>
            <pc:docMk/>
            <pc:sldMk cId="682311446" sldId="258"/>
            <ac:spMk id="34" creationId="{06212C12-DE54-07EA-35DF-33E6F3E9FB0E}"/>
          </ac:spMkLst>
        </pc:spChg>
        <pc:picChg chg="mod">
          <ac:chgData name="Umer Aijaz" userId="40b8677f1aeeaff8" providerId="LiveId" clId="{E84A0F36-A845-46AF-94C2-6251774AD388}" dt="2024-01-07T18:58:22.789" v="1184" actId="1076"/>
          <ac:picMkLst>
            <pc:docMk/>
            <pc:sldMk cId="682311446" sldId="258"/>
            <ac:picMk id="8" creationId="{52382299-3D12-6267-EDEC-98B762B33F87}"/>
          </ac:picMkLst>
        </pc:picChg>
        <pc:picChg chg="mod">
          <ac:chgData name="Umer Aijaz" userId="40b8677f1aeeaff8" providerId="LiveId" clId="{E84A0F36-A845-46AF-94C2-6251774AD388}" dt="2024-01-07T18:54:52.396" v="1162"/>
          <ac:picMkLst>
            <pc:docMk/>
            <pc:sldMk cId="682311446" sldId="258"/>
            <ac:picMk id="10" creationId="{A508FD57-9ADB-05E2-CE2F-B71D7EDDC1C1}"/>
          </ac:picMkLst>
        </pc:picChg>
        <pc:picChg chg="add del mod">
          <ac:chgData name="Umer Aijaz" userId="40b8677f1aeeaff8" providerId="LiveId" clId="{E84A0F36-A845-46AF-94C2-6251774AD388}" dt="2024-01-07T18:33:51.858" v="917" actId="478"/>
          <ac:picMkLst>
            <pc:docMk/>
            <pc:sldMk cId="682311446" sldId="258"/>
            <ac:picMk id="28" creationId="{CBBD0E56-6B0A-4DD6-7DD1-797C04712306}"/>
          </ac:picMkLst>
        </pc:picChg>
        <pc:picChg chg="add del mod">
          <ac:chgData name="Umer Aijaz" userId="40b8677f1aeeaff8" providerId="LiveId" clId="{E84A0F36-A845-46AF-94C2-6251774AD388}" dt="2024-01-07T18:33:51.858" v="917" actId="478"/>
          <ac:picMkLst>
            <pc:docMk/>
            <pc:sldMk cId="682311446" sldId="258"/>
            <ac:picMk id="29" creationId="{1488C071-584C-50BC-3F4C-EA939CF0A972}"/>
          </ac:picMkLst>
        </pc:picChg>
        <pc:picChg chg="add del mod">
          <ac:chgData name="Umer Aijaz" userId="40b8677f1aeeaff8" providerId="LiveId" clId="{E84A0F36-A845-46AF-94C2-6251774AD388}" dt="2024-01-07T18:35:51.626" v="945" actId="478"/>
          <ac:picMkLst>
            <pc:docMk/>
            <pc:sldMk cId="682311446" sldId="258"/>
            <ac:picMk id="30" creationId="{19592C47-C15E-6A62-56A0-F4578701AA07}"/>
          </ac:picMkLst>
        </pc:picChg>
        <pc:picChg chg="add del mod modCrop">
          <ac:chgData name="Umer Aijaz" userId="40b8677f1aeeaff8" providerId="LiveId" clId="{E84A0F36-A845-46AF-94C2-6251774AD388}" dt="2024-01-07T20:43:23.604" v="2293" actId="478"/>
          <ac:picMkLst>
            <pc:docMk/>
            <pc:sldMk cId="682311446" sldId="258"/>
            <ac:picMk id="31" creationId="{DBE66C21-74FF-EC6E-197F-E46086A3E6A2}"/>
          </ac:picMkLst>
        </pc:picChg>
        <pc:picChg chg="add mod">
          <ac:chgData name="Umer Aijaz" userId="40b8677f1aeeaff8" providerId="LiveId" clId="{E84A0F36-A845-46AF-94C2-6251774AD388}" dt="2024-01-07T19:02:00.036" v="1306" actId="1076"/>
          <ac:picMkLst>
            <pc:docMk/>
            <pc:sldMk cId="682311446" sldId="258"/>
            <ac:picMk id="36" creationId="{020B8902-16FD-6D67-4482-516044F40A93}"/>
          </ac:picMkLst>
        </pc:picChg>
        <pc:picChg chg="add mod">
          <ac:chgData name="Umer Aijaz" userId="40b8677f1aeeaff8" providerId="LiveId" clId="{E84A0F36-A845-46AF-94C2-6251774AD388}" dt="2024-01-07T19:02:02.332" v="1307" actId="1076"/>
          <ac:picMkLst>
            <pc:docMk/>
            <pc:sldMk cId="682311446" sldId="258"/>
            <ac:picMk id="38" creationId="{09B190EC-39C6-0F2A-3A44-9743D9666C6E}"/>
          </ac:picMkLst>
        </pc:picChg>
        <pc:picChg chg="add del mod">
          <ac:chgData name="Umer Aijaz" userId="40b8677f1aeeaff8" providerId="LiveId" clId="{E84A0F36-A845-46AF-94C2-6251774AD388}" dt="2024-01-07T19:35:43.577" v="1448" actId="478"/>
          <ac:picMkLst>
            <pc:docMk/>
            <pc:sldMk cId="682311446" sldId="258"/>
            <ac:picMk id="39" creationId="{9E4DAA83-B5BA-3E41-4FDD-06F80F22757D}"/>
          </ac:picMkLst>
        </pc:picChg>
        <pc:picChg chg="add del mod">
          <ac:chgData name="Umer Aijaz" userId="40b8677f1aeeaff8" providerId="LiveId" clId="{E84A0F36-A845-46AF-94C2-6251774AD388}" dt="2024-01-07T20:41:15.910" v="2272" actId="478"/>
          <ac:picMkLst>
            <pc:docMk/>
            <pc:sldMk cId="682311446" sldId="258"/>
            <ac:picMk id="40" creationId="{5BCF37D2-3F25-5638-0A97-21AC32D37F7B}"/>
          </ac:picMkLst>
        </pc:picChg>
        <pc:picChg chg="add del mod">
          <ac:chgData name="Umer Aijaz" userId="40b8677f1aeeaff8" providerId="LiveId" clId="{E84A0F36-A845-46AF-94C2-6251774AD388}" dt="2024-01-07T20:41:48.482" v="2274" actId="478"/>
          <ac:picMkLst>
            <pc:docMk/>
            <pc:sldMk cId="682311446" sldId="258"/>
            <ac:picMk id="42" creationId="{79FAF1B9-1C32-5F04-17F6-8F5742B99EA3}"/>
          </ac:picMkLst>
        </pc:picChg>
        <pc:picChg chg="add del mod">
          <ac:chgData name="Umer Aijaz" userId="40b8677f1aeeaff8" providerId="LiveId" clId="{E84A0F36-A845-46AF-94C2-6251774AD388}" dt="2024-01-07T20:45:15.914" v="2311" actId="478"/>
          <ac:picMkLst>
            <pc:docMk/>
            <pc:sldMk cId="682311446" sldId="258"/>
            <ac:picMk id="44" creationId="{5424622B-F94F-D176-3471-846ACB406733}"/>
          </ac:picMkLst>
        </pc:picChg>
        <pc:picChg chg="add mod">
          <ac:chgData name="Umer Aijaz" userId="40b8677f1aeeaff8" providerId="LiveId" clId="{E84A0F36-A845-46AF-94C2-6251774AD388}" dt="2024-01-12T21:33:11.711" v="2682" actId="1440"/>
          <ac:picMkLst>
            <pc:docMk/>
            <pc:sldMk cId="682311446" sldId="258"/>
            <ac:picMk id="45" creationId="{F2FDD7A2-77A1-AFEF-0D3A-64CEDAB1A538}"/>
          </ac:picMkLst>
        </pc:picChg>
        <pc:picChg chg="add del mod ord">
          <ac:chgData name="Umer Aijaz" userId="40b8677f1aeeaff8" providerId="LiveId" clId="{E84A0F36-A845-46AF-94C2-6251774AD388}" dt="2024-01-12T21:32:56.529" v="2680" actId="1440"/>
          <ac:picMkLst>
            <pc:docMk/>
            <pc:sldMk cId="682311446" sldId="258"/>
            <ac:picMk id="1026" creationId="{0D94E1E8-A216-C89A-404F-D20CFDAA2208}"/>
          </ac:picMkLst>
        </pc:picChg>
        <pc:picChg chg="add del">
          <ac:chgData name="Umer Aijaz" userId="40b8677f1aeeaff8" providerId="LiveId" clId="{E84A0F36-A845-46AF-94C2-6251774AD388}" dt="2024-01-07T18:34:13.761" v="919"/>
          <ac:picMkLst>
            <pc:docMk/>
            <pc:sldMk cId="682311446" sldId="258"/>
            <ac:picMk id="1028" creationId="{372E7F1B-22CA-18D0-60DA-E710C799995A}"/>
          </ac:picMkLst>
        </pc:picChg>
        <pc:cxnChg chg="add mod">
          <ac:chgData name="Umer Aijaz" userId="40b8677f1aeeaff8" providerId="LiveId" clId="{E84A0F36-A845-46AF-94C2-6251774AD388}" dt="2024-01-07T18:58:57.172" v="1193" actId="1076"/>
          <ac:cxnSpMkLst>
            <pc:docMk/>
            <pc:sldMk cId="682311446" sldId="258"/>
            <ac:cxnSpMk id="11" creationId="{2D04EE2A-C9AE-B02A-5660-0AF280043A28}"/>
          </ac:cxnSpMkLst>
        </pc:cxnChg>
        <pc:cxnChg chg="del mod">
          <ac:chgData name="Umer Aijaz" userId="40b8677f1aeeaff8" providerId="LiveId" clId="{E84A0F36-A845-46AF-94C2-6251774AD388}" dt="2024-01-07T16:45:17.772" v="453" actId="478"/>
          <ac:cxnSpMkLst>
            <pc:docMk/>
            <pc:sldMk cId="682311446" sldId="258"/>
            <ac:cxnSpMk id="12" creationId="{26746C8B-C642-97CB-77A8-76F78C61D71B}"/>
          </ac:cxnSpMkLst>
        </pc:cxnChg>
        <pc:cxnChg chg="add mod">
          <ac:chgData name="Umer Aijaz" userId="40b8677f1aeeaff8" providerId="LiveId" clId="{E84A0F36-A845-46AF-94C2-6251774AD388}" dt="2024-01-07T18:58:46.461" v="1189" actId="1076"/>
          <ac:cxnSpMkLst>
            <pc:docMk/>
            <pc:sldMk cId="682311446" sldId="258"/>
            <ac:cxnSpMk id="16" creationId="{E2FE1EE4-D2D3-E931-EC24-BA4EE26C5043}"/>
          </ac:cxnSpMkLst>
        </pc:cxnChg>
        <pc:cxnChg chg="add mod">
          <ac:chgData name="Umer Aijaz" userId="40b8677f1aeeaff8" providerId="LiveId" clId="{E84A0F36-A845-46AF-94C2-6251774AD388}" dt="2024-01-07T18:58:53.340" v="1192" actId="1076"/>
          <ac:cxnSpMkLst>
            <pc:docMk/>
            <pc:sldMk cId="682311446" sldId="258"/>
            <ac:cxnSpMk id="18" creationId="{18ECD0C9-C13F-612D-81D4-8A93A99D57ED}"/>
          </ac:cxnSpMkLst>
        </pc:cxnChg>
        <pc:cxnChg chg="add mod">
          <ac:chgData name="Umer Aijaz" userId="40b8677f1aeeaff8" providerId="LiveId" clId="{E84A0F36-A845-46AF-94C2-6251774AD388}" dt="2024-01-07T18:58:38.036" v="1186" actId="1076"/>
          <ac:cxnSpMkLst>
            <pc:docMk/>
            <pc:sldMk cId="682311446" sldId="258"/>
            <ac:cxnSpMk id="21" creationId="{274441EF-C27C-BFC5-D961-EEE46B005F4A}"/>
          </ac:cxnSpMkLst>
        </pc:cxnChg>
      </pc:sldChg>
      <pc:sldChg chg="addSp delSp modSp mod delAnim modAnim">
        <pc:chgData name="Umer Aijaz" userId="40b8677f1aeeaff8" providerId="LiveId" clId="{E84A0F36-A845-46AF-94C2-6251774AD388}" dt="2024-01-07T19:56:32.767" v="1756" actId="1076"/>
        <pc:sldMkLst>
          <pc:docMk/>
          <pc:sldMk cId="4284747195" sldId="259"/>
        </pc:sldMkLst>
        <pc:spChg chg="mod">
          <ac:chgData name="Umer Aijaz" userId="40b8677f1aeeaff8" providerId="LiveId" clId="{E84A0F36-A845-46AF-94C2-6251774AD388}" dt="2024-01-07T16:23:31.208" v="106" actId="1076"/>
          <ac:spMkLst>
            <pc:docMk/>
            <pc:sldMk cId="4284747195" sldId="259"/>
            <ac:spMk id="2" creationId="{727F079A-3818-118C-64D7-3E03F68279F7}"/>
          </ac:spMkLst>
        </pc:spChg>
        <pc:spChg chg="del">
          <ac:chgData name="Umer Aijaz" userId="40b8677f1aeeaff8" providerId="LiveId" clId="{E84A0F36-A845-46AF-94C2-6251774AD388}" dt="2024-01-07T16:15:25.112" v="23" actId="478"/>
          <ac:spMkLst>
            <pc:docMk/>
            <pc:sldMk cId="4284747195" sldId="259"/>
            <ac:spMk id="3" creationId="{7538B58D-E8E5-7992-4C97-CCB9F2509EBA}"/>
          </ac:spMkLst>
        </pc:spChg>
        <pc:spChg chg="add mod">
          <ac:chgData name="Umer Aijaz" userId="40b8677f1aeeaff8" providerId="LiveId" clId="{E84A0F36-A845-46AF-94C2-6251774AD388}" dt="2024-01-07T16:21:57.500" v="92" actId="1076"/>
          <ac:spMkLst>
            <pc:docMk/>
            <pc:sldMk cId="4284747195" sldId="259"/>
            <ac:spMk id="8" creationId="{AD0B6634-9AC4-9E3D-4C1A-2EC4D57F7F5C}"/>
          </ac:spMkLst>
        </pc:spChg>
        <pc:spChg chg="add mod">
          <ac:chgData name="Umer Aijaz" userId="40b8677f1aeeaff8" providerId="LiveId" clId="{E84A0F36-A845-46AF-94C2-6251774AD388}" dt="2024-01-07T19:56:25.414" v="1753" actId="1076"/>
          <ac:spMkLst>
            <pc:docMk/>
            <pc:sldMk cId="4284747195" sldId="259"/>
            <ac:spMk id="11" creationId="{C7C49252-C3C1-FC14-8F6D-65D8AD115CE0}"/>
          </ac:spMkLst>
        </pc:spChg>
        <pc:spChg chg="add del">
          <ac:chgData name="Umer Aijaz" userId="40b8677f1aeeaff8" providerId="LiveId" clId="{E84A0F36-A845-46AF-94C2-6251774AD388}" dt="2024-01-07T16:24:43.913" v="137" actId="22"/>
          <ac:spMkLst>
            <pc:docMk/>
            <pc:sldMk cId="4284747195" sldId="259"/>
            <ac:spMk id="13" creationId="{BF768B3C-F07D-BB2C-4D19-F2AF4AE0015B}"/>
          </ac:spMkLst>
        </pc:spChg>
        <pc:spChg chg="add mod">
          <ac:chgData name="Umer Aijaz" userId="40b8677f1aeeaff8" providerId="LiveId" clId="{E84A0F36-A845-46AF-94C2-6251774AD388}" dt="2024-01-07T19:56:30.870" v="1755" actId="1076"/>
          <ac:spMkLst>
            <pc:docMk/>
            <pc:sldMk cId="4284747195" sldId="259"/>
            <ac:spMk id="14" creationId="{809DB5B7-A5B8-A6D7-C237-18175745180B}"/>
          </ac:spMkLst>
        </pc:spChg>
        <pc:spChg chg="mod">
          <ac:chgData name="Umer Aijaz" userId="40b8677f1aeeaff8" providerId="LiveId" clId="{E84A0F36-A845-46AF-94C2-6251774AD388}" dt="2024-01-07T19:02:36.529" v="1311" actId="113"/>
          <ac:spMkLst>
            <pc:docMk/>
            <pc:sldMk cId="4284747195" sldId="259"/>
            <ac:spMk id="16" creationId="{BC3FF03E-B074-8B2E-38DF-4FCCFDFCAD8E}"/>
          </ac:spMkLst>
        </pc:spChg>
        <pc:spChg chg="add mod">
          <ac:chgData name="Umer Aijaz" userId="40b8677f1aeeaff8" providerId="LiveId" clId="{E84A0F36-A845-46AF-94C2-6251774AD388}" dt="2024-01-07T18:48:28.490" v="1102"/>
          <ac:spMkLst>
            <pc:docMk/>
            <pc:sldMk cId="4284747195" sldId="259"/>
            <ac:spMk id="17" creationId="{1BE6FAAB-8F65-5DC4-484D-FF89EB8F5243}"/>
          </ac:spMkLst>
        </pc:spChg>
        <pc:picChg chg="add mod">
          <ac:chgData name="Umer Aijaz" userId="40b8677f1aeeaff8" providerId="LiveId" clId="{E84A0F36-A845-46AF-94C2-6251774AD388}" dt="2024-01-07T19:56:27.254" v="1754" actId="1076"/>
          <ac:picMkLst>
            <pc:docMk/>
            <pc:sldMk cId="4284747195" sldId="259"/>
            <ac:picMk id="4" creationId="{D306AABA-D2B7-7E85-AE94-BCDB82E76437}"/>
          </ac:picMkLst>
        </pc:picChg>
        <pc:picChg chg="add del mod">
          <ac:chgData name="Umer Aijaz" userId="40b8677f1aeeaff8" providerId="LiveId" clId="{E84A0F36-A845-46AF-94C2-6251774AD388}" dt="2024-01-07T16:15:48.421" v="28"/>
          <ac:picMkLst>
            <pc:docMk/>
            <pc:sldMk cId="4284747195" sldId="259"/>
            <ac:picMk id="5" creationId="{2EFB8CD5-468A-306F-AB41-3A8EFFBA1898}"/>
          </ac:picMkLst>
        </pc:picChg>
        <pc:picChg chg="add del mod">
          <ac:chgData name="Umer Aijaz" userId="40b8677f1aeeaff8" providerId="LiveId" clId="{E84A0F36-A845-46AF-94C2-6251774AD388}" dt="2024-01-07T19:56:32.767" v="1756" actId="1076"/>
          <ac:picMkLst>
            <pc:docMk/>
            <pc:sldMk cId="4284747195" sldId="259"/>
            <ac:picMk id="6" creationId="{4AC2FC46-BA5E-CF50-450F-BB028276A939}"/>
          </ac:picMkLst>
        </pc:picChg>
        <pc:picChg chg="add mod">
          <ac:chgData name="Umer Aijaz" userId="40b8677f1aeeaff8" providerId="LiveId" clId="{E84A0F36-A845-46AF-94C2-6251774AD388}" dt="2024-01-07T16:22:07.909" v="93" actId="1076"/>
          <ac:picMkLst>
            <pc:docMk/>
            <pc:sldMk cId="4284747195" sldId="259"/>
            <ac:picMk id="9" creationId="{062C790F-556C-A0FE-672D-4C621159BCA1}"/>
          </ac:picMkLst>
        </pc:picChg>
        <pc:picChg chg="add mod">
          <ac:chgData name="Umer Aijaz" userId="40b8677f1aeeaff8" providerId="LiveId" clId="{E84A0F36-A845-46AF-94C2-6251774AD388}" dt="2024-01-07T16:22:15.843" v="94" actId="1076"/>
          <ac:picMkLst>
            <pc:docMk/>
            <pc:sldMk cId="4284747195" sldId="259"/>
            <ac:picMk id="10" creationId="{575C9B52-61F1-2CC6-479A-6FB3643C8726}"/>
          </ac:picMkLst>
        </pc:picChg>
        <pc:picChg chg="add del mod">
          <ac:chgData name="Umer Aijaz" userId="40b8677f1aeeaff8" providerId="LiveId" clId="{E84A0F36-A845-46AF-94C2-6251774AD388}" dt="2024-01-07T18:26:42.944" v="897" actId="478"/>
          <ac:picMkLst>
            <pc:docMk/>
            <pc:sldMk cId="4284747195" sldId="259"/>
            <ac:picMk id="15" creationId="{6978DAEC-D87A-A6EE-7D87-31A4DAF69FB1}"/>
          </ac:picMkLst>
        </pc:picChg>
      </pc:sldChg>
      <pc:sldChg chg="addSp delSp modSp new mod modClrScheme delAnim modAnim chgLayout">
        <pc:chgData name="Umer Aijaz" userId="40b8677f1aeeaff8" providerId="LiveId" clId="{E84A0F36-A845-46AF-94C2-6251774AD388}" dt="2024-01-07T20:17:56.690" v="2040" actId="20577"/>
        <pc:sldMkLst>
          <pc:docMk/>
          <pc:sldMk cId="4053771539" sldId="260"/>
        </pc:sldMkLst>
        <pc:spChg chg="del">
          <ac:chgData name="Umer Aijaz" userId="40b8677f1aeeaff8" providerId="LiveId" clId="{E84A0F36-A845-46AF-94C2-6251774AD388}" dt="2024-01-07T16:25:41.481" v="160" actId="478"/>
          <ac:spMkLst>
            <pc:docMk/>
            <pc:sldMk cId="4053771539" sldId="260"/>
            <ac:spMk id="2" creationId="{7641FCA5-1535-0D91-B9A0-9F552385E90D}"/>
          </ac:spMkLst>
        </pc:spChg>
        <pc:spChg chg="del">
          <ac:chgData name="Umer Aijaz" userId="40b8677f1aeeaff8" providerId="LiveId" clId="{E84A0F36-A845-46AF-94C2-6251774AD388}" dt="2024-01-07T16:25:37.972" v="159" actId="478"/>
          <ac:spMkLst>
            <pc:docMk/>
            <pc:sldMk cId="4053771539" sldId="260"/>
            <ac:spMk id="3" creationId="{21634E93-2BD3-3622-44CE-F293D2052D05}"/>
          </ac:spMkLst>
        </pc:spChg>
        <pc:spChg chg="add del mod">
          <ac:chgData name="Umer Aijaz" userId="40b8677f1aeeaff8" providerId="LiveId" clId="{E84A0F36-A845-46AF-94C2-6251774AD388}" dt="2024-01-07T18:16:36.074" v="856" actId="478"/>
          <ac:spMkLst>
            <pc:docMk/>
            <pc:sldMk cId="4053771539" sldId="260"/>
            <ac:spMk id="4" creationId="{B48B09AC-CF61-4E52-848B-88EFB541B2A2}"/>
          </ac:spMkLst>
        </pc:spChg>
        <pc:spChg chg="add del mod">
          <ac:chgData name="Umer Aijaz" userId="40b8677f1aeeaff8" providerId="LiveId" clId="{E84A0F36-A845-46AF-94C2-6251774AD388}" dt="2024-01-07T17:52:38.377" v="801" actId="478"/>
          <ac:spMkLst>
            <pc:docMk/>
            <pc:sldMk cId="4053771539" sldId="260"/>
            <ac:spMk id="12" creationId="{A25CFF51-895A-F27B-2A17-9C9F6AF546D8}"/>
          </ac:spMkLst>
        </pc:spChg>
        <pc:spChg chg="add del mod ord">
          <ac:chgData name="Umer Aijaz" userId="40b8677f1aeeaff8" providerId="LiveId" clId="{E84A0F36-A845-46AF-94C2-6251774AD388}" dt="2024-01-07T18:17:12.495" v="865" actId="1076"/>
          <ac:spMkLst>
            <pc:docMk/>
            <pc:sldMk cId="4053771539" sldId="260"/>
            <ac:spMk id="19" creationId="{AEE1CD86-D490-ACD1-60C8-53DDFE712754}"/>
          </ac:spMkLst>
        </pc:spChg>
        <pc:spChg chg="add del mod">
          <ac:chgData name="Umer Aijaz" userId="40b8677f1aeeaff8" providerId="LiveId" clId="{E84A0F36-A845-46AF-94C2-6251774AD388}" dt="2024-01-07T18:16:46.230" v="858" actId="478"/>
          <ac:spMkLst>
            <pc:docMk/>
            <pc:sldMk cId="4053771539" sldId="260"/>
            <ac:spMk id="21" creationId="{4B084060-BDE9-2942-2425-3C95B0D4C446}"/>
          </ac:spMkLst>
        </pc:spChg>
        <pc:spChg chg="mod">
          <ac:chgData name="Umer Aijaz" userId="40b8677f1aeeaff8" providerId="LiveId" clId="{E84A0F36-A845-46AF-94C2-6251774AD388}" dt="2024-01-07T19:02:51.614" v="1313" actId="113"/>
          <ac:spMkLst>
            <pc:docMk/>
            <pc:sldMk cId="4053771539" sldId="260"/>
            <ac:spMk id="22" creationId="{9211AEF5-6E43-5896-F78F-A31CAC2C2CA3}"/>
          </ac:spMkLst>
        </pc:spChg>
        <pc:spChg chg="add mod">
          <ac:chgData name="Umer Aijaz" userId="40b8677f1aeeaff8" providerId="LiveId" clId="{E84A0F36-A845-46AF-94C2-6251774AD388}" dt="2024-01-07T18:48:30.424" v="1103"/>
          <ac:spMkLst>
            <pc:docMk/>
            <pc:sldMk cId="4053771539" sldId="260"/>
            <ac:spMk id="23" creationId="{CF94CB1C-3325-97AC-FF97-47F0458C8BA7}"/>
          </ac:spMkLst>
        </pc:spChg>
        <pc:spChg chg="add mod">
          <ac:chgData name="Umer Aijaz" userId="40b8677f1aeeaff8" providerId="LiveId" clId="{E84A0F36-A845-46AF-94C2-6251774AD388}" dt="2024-01-07T20:11:59.423" v="1919" actId="1582"/>
          <ac:spMkLst>
            <pc:docMk/>
            <pc:sldMk cId="4053771539" sldId="260"/>
            <ac:spMk id="26" creationId="{53295E1C-268F-6E1B-6EA8-FC3C8617570F}"/>
          </ac:spMkLst>
        </pc:spChg>
        <pc:spChg chg="add del mod">
          <ac:chgData name="Umer Aijaz" userId="40b8677f1aeeaff8" providerId="LiveId" clId="{E84A0F36-A845-46AF-94C2-6251774AD388}" dt="2024-01-07T20:17:56.690" v="2040" actId="20577"/>
          <ac:spMkLst>
            <pc:docMk/>
            <pc:sldMk cId="4053771539" sldId="260"/>
            <ac:spMk id="27" creationId="{15389972-1DE2-80BE-E5E2-8D2FA2763135}"/>
          </ac:spMkLst>
        </pc:spChg>
        <pc:picChg chg="add del mod">
          <ac:chgData name="Umer Aijaz" userId="40b8677f1aeeaff8" providerId="LiveId" clId="{E84A0F36-A845-46AF-94C2-6251774AD388}" dt="2024-01-07T17:51:10.177" v="793" actId="478"/>
          <ac:picMkLst>
            <pc:docMk/>
            <pc:sldMk cId="4053771539" sldId="260"/>
            <ac:picMk id="6" creationId="{392B2555-CBDF-E6B7-A462-1B7DBA6BEB19}"/>
          </ac:picMkLst>
        </pc:picChg>
        <pc:picChg chg="add del mod">
          <ac:chgData name="Umer Aijaz" userId="40b8677f1aeeaff8" providerId="LiveId" clId="{E84A0F36-A845-46AF-94C2-6251774AD388}" dt="2024-01-07T17:51:10.856" v="794" actId="478"/>
          <ac:picMkLst>
            <pc:docMk/>
            <pc:sldMk cId="4053771539" sldId="260"/>
            <ac:picMk id="8" creationId="{68955C2A-DBEC-DF98-47BC-998698312AC6}"/>
          </ac:picMkLst>
        </pc:picChg>
        <pc:picChg chg="add del mod">
          <ac:chgData name="Umer Aijaz" userId="40b8677f1aeeaff8" providerId="LiveId" clId="{E84A0F36-A845-46AF-94C2-6251774AD388}" dt="2024-01-07T17:51:11.399" v="795" actId="478"/>
          <ac:picMkLst>
            <pc:docMk/>
            <pc:sldMk cId="4053771539" sldId="260"/>
            <ac:picMk id="10" creationId="{38E1049C-5FD2-66F3-5906-6ACD09E8D1F1}"/>
          </ac:picMkLst>
        </pc:picChg>
        <pc:picChg chg="add del mod">
          <ac:chgData name="Umer Aijaz" userId="40b8677f1aeeaff8" providerId="LiveId" clId="{E84A0F36-A845-46AF-94C2-6251774AD388}" dt="2024-01-07T20:08:31.548" v="1902" actId="478"/>
          <ac:picMkLst>
            <pc:docMk/>
            <pc:sldMk cId="4053771539" sldId="260"/>
            <ac:picMk id="14" creationId="{00065242-7A1E-1CBE-416A-CA38DC30972E}"/>
          </ac:picMkLst>
        </pc:picChg>
        <pc:picChg chg="add del mod">
          <ac:chgData name="Umer Aijaz" userId="40b8677f1aeeaff8" providerId="LiveId" clId="{E84A0F36-A845-46AF-94C2-6251774AD388}" dt="2024-01-07T17:56:46.624" v="810" actId="478"/>
          <ac:picMkLst>
            <pc:docMk/>
            <pc:sldMk cId="4053771539" sldId="260"/>
            <ac:picMk id="16" creationId="{A3D5C085-E910-5287-540B-E078B7183539}"/>
          </ac:picMkLst>
        </pc:picChg>
        <pc:picChg chg="add mod modCrop">
          <ac:chgData name="Umer Aijaz" userId="40b8677f1aeeaff8" providerId="LiveId" clId="{E84A0F36-A845-46AF-94C2-6251774AD388}" dt="2024-01-07T20:10:57.614" v="1913" actId="732"/>
          <ac:picMkLst>
            <pc:docMk/>
            <pc:sldMk cId="4053771539" sldId="260"/>
            <ac:picMk id="18" creationId="{F059430A-5F12-873A-F142-E8762DDE698E}"/>
          </ac:picMkLst>
        </pc:picChg>
        <pc:picChg chg="add mod modCrop">
          <ac:chgData name="Umer Aijaz" userId="40b8677f1aeeaff8" providerId="LiveId" clId="{E84A0F36-A845-46AF-94C2-6251774AD388}" dt="2024-01-07T20:12:57.501" v="1928" actId="1076"/>
          <ac:picMkLst>
            <pc:docMk/>
            <pc:sldMk cId="4053771539" sldId="260"/>
            <ac:picMk id="25" creationId="{D4147C07-6632-4C05-0C98-C23CBDA4C960}"/>
          </ac:picMkLst>
        </pc:picChg>
      </pc:sldChg>
      <pc:sldChg chg="addSp delSp modSp add mod modClrScheme delAnim modAnim chgLayout">
        <pc:chgData name="Umer Aijaz" userId="40b8677f1aeeaff8" providerId="LiveId" clId="{E84A0F36-A845-46AF-94C2-6251774AD388}" dt="2024-01-12T21:36:16.694" v="2723" actId="20577"/>
        <pc:sldMkLst>
          <pc:docMk/>
          <pc:sldMk cId="1077977022" sldId="261"/>
        </pc:sldMkLst>
        <pc:spChg chg="add del mod">
          <ac:chgData name="Umer Aijaz" userId="40b8677f1aeeaff8" providerId="LiveId" clId="{E84A0F36-A845-46AF-94C2-6251774AD388}" dt="2024-01-07T18:49:00.383" v="1109" actId="478"/>
          <ac:spMkLst>
            <pc:docMk/>
            <pc:sldMk cId="1077977022" sldId="261"/>
            <ac:spMk id="2" creationId="{CBFF05A8-712C-F2AD-0E93-D888A9F91489}"/>
          </ac:spMkLst>
        </pc:spChg>
        <pc:spChg chg="mod ord">
          <ac:chgData name="Umer Aijaz" userId="40b8677f1aeeaff8" providerId="LiveId" clId="{E84A0F36-A845-46AF-94C2-6251774AD388}" dt="2024-01-07T18:49:04.073" v="1110" actId="700"/>
          <ac:spMkLst>
            <pc:docMk/>
            <pc:sldMk cId="1077977022" sldId="261"/>
            <ac:spMk id="3" creationId="{F34BF2DC-622C-4970-ED18-9A8A4AECF690}"/>
          </ac:spMkLst>
        </pc:spChg>
        <pc:spChg chg="del">
          <ac:chgData name="Umer Aijaz" userId="40b8677f1aeeaff8" providerId="LiveId" clId="{E84A0F36-A845-46AF-94C2-6251774AD388}" dt="2024-01-07T16:26:56.125" v="200" actId="478"/>
          <ac:spMkLst>
            <pc:docMk/>
            <pc:sldMk cId="1077977022" sldId="261"/>
            <ac:spMk id="4" creationId="{B48B09AC-CF61-4E52-848B-88EFB541B2A2}"/>
          </ac:spMkLst>
        </pc:spChg>
        <pc:spChg chg="add mod">
          <ac:chgData name="Umer Aijaz" userId="40b8677f1aeeaff8" providerId="LiveId" clId="{E84A0F36-A845-46AF-94C2-6251774AD388}" dt="2024-01-07T18:48:40.045" v="1107"/>
          <ac:spMkLst>
            <pc:docMk/>
            <pc:sldMk cId="1077977022" sldId="261"/>
            <ac:spMk id="5" creationId="{B4F75469-5F3F-7F01-10E7-A14A1B2B0FE0}"/>
          </ac:spMkLst>
        </pc:spChg>
        <pc:spChg chg="add mod ord">
          <ac:chgData name="Umer Aijaz" userId="40b8677f1aeeaff8" providerId="LiveId" clId="{E84A0F36-A845-46AF-94C2-6251774AD388}" dt="2024-01-07T20:22:00.669" v="2054" actId="1076"/>
          <ac:spMkLst>
            <pc:docMk/>
            <pc:sldMk cId="1077977022" sldId="261"/>
            <ac:spMk id="6" creationId="{E20FE31A-6F75-39FE-AFE6-81201BEECF1C}"/>
          </ac:spMkLst>
        </pc:spChg>
        <pc:spChg chg="add mod">
          <ac:chgData name="Umer Aijaz" userId="40b8677f1aeeaff8" providerId="LiveId" clId="{E84A0F36-A845-46AF-94C2-6251774AD388}" dt="2024-01-12T21:36:16.694" v="2723" actId="20577"/>
          <ac:spMkLst>
            <pc:docMk/>
            <pc:sldMk cId="1077977022" sldId="261"/>
            <ac:spMk id="15" creationId="{CA9DFE7C-AF35-ED8B-C3E7-7B93F8AC1360}"/>
          </ac:spMkLst>
        </pc:spChg>
        <pc:spChg chg="add del">
          <ac:chgData name="Umer Aijaz" userId="40b8677f1aeeaff8" providerId="LiveId" clId="{E84A0F36-A845-46AF-94C2-6251774AD388}" dt="2024-01-07T20:06:03.256" v="1868" actId="478"/>
          <ac:spMkLst>
            <pc:docMk/>
            <pc:sldMk cId="1077977022" sldId="261"/>
            <ac:spMk id="16" creationId="{C547114B-BC47-A6B0-CBCB-E94E3AC0C90E}"/>
          </ac:spMkLst>
        </pc:spChg>
        <pc:spChg chg="add mod">
          <ac:chgData name="Umer Aijaz" userId="40b8677f1aeeaff8" providerId="LiveId" clId="{E84A0F36-A845-46AF-94C2-6251774AD388}" dt="2024-01-12T21:36:10.992" v="2719" actId="20577"/>
          <ac:spMkLst>
            <pc:docMk/>
            <pc:sldMk cId="1077977022" sldId="261"/>
            <ac:spMk id="17" creationId="{80899E6C-35F4-3072-5C85-0FFE3F249DF2}"/>
          </ac:spMkLst>
        </pc:spChg>
        <pc:picChg chg="add mod">
          <ac:chgData name="Umer Aijaz" userId="40b8677f1aeeaff8" providerId="LiveId" clId="{E84A0F36-A845-46AF-94C2-6251774AD388}" dt="2024-01-12T21:31:26.359" v="2671" actId="1440"/>
          <ac:picMkLst>
            <pc:docMk/>
            <pc:sldMk cId="1077977022" sldId="261"/>
            <ac:picMk id="4" creationId="{94867055-EE94-965F-C92E-C77C44828F13}"/>
          </ac:picMkLst>
        </pc:picChg>
        <pc:picChg chg="add del mod">
          <ac:chgData name="Umer Aijaz" userId="40b8677f1aeeaff8" providerId="LiveId" clId="{E84A0F36-A845-46AF-94C2-6251774AD388}" dt="2024-01-12T21:03:50.964" v="2623" actId="478"/>
          <ac:picMkLst>
            <pc:docMk/>
            <pc:sldMk cId="1077977022" sldId="261"/>
            <ac:picMk id="8" creationId="{0431765D-8976-34A0-C2FA-60133C248BA9}"/>
          </ac:picMkLst>
        </pc:picChg>
        <pc:picChg chg="add del mod modCrop">
          <ac:chgData name="Umer Aijaz" userId="40b8677f1aeeaff8" providerId="LiveId" clId="{E84A0F36-A845-46AF-94C2-6251774AD388}" dt="2024-01-07T19:13:44.055" v="1378" actId="478"/>
          <ac:picMkLst>
            <pc:docMk/>
            <pc:sldMk cId="1077977022" sldId="261"/>
            <ac:picMk id="8" creationId="{445892F0-4B24-1F40-0017-B8E320F7A511}"/>
          </ac:picMkLst>
        </pc:picChg>
        <pc:picChg chg="add del mod modCrop">
          <ac:chgData name="Umer Aijaz" userId="40b8677f1aeeaff8" providerId="LiveId" clId="{E84A0F36-A845-46AF-94C2-6251774AD388}" dt="2024-01-07T19:12:58.314" v="1368" actId="478"/>
          <ac:picMkLst>
            <pc:docMk/>
            <pc:sldMk cId="1077977022" sldId="261"/>
            <ac:picMk id="10" creationId="{09A5C15C-1F48-630C-D463-75C15EC2CC88}"/>
          </ac:picMkLst>
        </pc:picChg>
        <pc:picChg chg="add del mod">
          <ac:chgData name="Umer Aijaz" userId="40b8677f1aeeaff8" providerId="LiveId" clId="{E84A0F36-A845-46AF-94C2-6251774AD388}" dt="2024-01-12T21:05:20.852" v="2626" actId="478"/>
          <ac:picMkLst>
            <pc:docMk/>
            <pc:sldMk cId="1077977022" sldId="261"/>
            <ac:picMk id="10" creationId="{A287DD86-F5F3-EC7F-691A-226030E2741F}"/>
          </ac:picMkLst>
        </pc:picChg>
        <pc:picChg chg="add del mod modCrop">
          <ac:chgData name="Umer Aijaz" userId="40b8677f1aeeaff8" providerId="LiveId" clId="{E84A0F36-A845-46AF-94C2-6251774AD388}" dt="2024-01-12T20:58:13.451" v="2609" actId="478"/>
          <ac:picMkLst>
            <pc:docMk/>
            <pc:sldMk cId="1077977022" sldId="261"/>
            <ac:picMk id="12" creationId="{C69FCBA7-6DFE-55B9-75C6-A67B656FEEA9}"/>
          </ac:picMkLst>
        </pc:picChg>
        <pc:picChg chg="add del mod">
          <ac:chgData name="Umer Aijaz" userId="40b8677f1aeeaff8" providerId="LiveId" clId="{E84A0F36-A845-46AF-94C2-6251774AD388}" dt="2024-01-12T21:06:31.180" v="2629" actId="478"/>
          <ac:picMkLst>
            <pc:docMk/>
            <pc:sldMk cId="1077977022" sldId="261"/>
            <ac:picMk id="13" creationId="{AA276308-6385-9589-484F-848547507121}"/>
          </ac:picMkLst>
        </pc:picChg>
        <pc:picChg chg="add del mod modCrop">
          <ac:chgData name="Umer Aijaz" userId="40b8677f1aeeaff8" providerId="LiveId" clId="{E84A0F36-A845-46AF-94C2-6251774AD388}" dt="2024-01-12T20:58:11.437" v="2608" actId="478"/>
          <ac:picMkLst>
            <pc:docMk/>
            <pc:sldMk cId="1077977022" sldId="261"/>
            <ac:picMk id="14" creationId="{8865CED9-2B39-2723-481D-E6722820AB37}"/>
          </ac:picMkLst>
        </pc:picChg>
        <pc:picChg chg="add mod modCrop">
          <ac:chgData name="Umer Aijaz" userId="40b8677f1aeeaff8" providerId="LiveId" clId="{E84A0F36-A845-46AF-94C2-6251774AD388}" dt="2024-01-12T21:31:21.173" v="2670" actId="1440"/>
          <ac:picMkLst>
            <pc:docMk/>
            <pc:sldMk cId="1077977022" sldId="261"/>
            <ac:picMk id="18" creationId="{F0CCD907-15CA-3403-CD6E-D4D938BA1812}"/>
          </ac:picMkLst>
        </pc:picChg>
      </pc:sldChg>
      <pc:sldChg chg="addSp delSp modSp add mod modClrScheme modAnim chgLayout">
        <pc:chgData name="Umer Aijaz" userId="40b8677f1aeeaff8" providerId="LiveId" clId="{E84A0F36-A845-46AF-94C2-6251774AD388}" dt="2024-01-07T20:57:47.938" v="2534"/>
        <pc:sldMkLst>
          <pc:docMk/>
          <pc:sldMk cId="3014316620" sldId="262"/>
        </pc:sldMkLst>
        <pc:spChg chg="del mod">
          <ac:chgData name="Umer Aijaz" userId="40b8677f1aeeaff8" providerId="LiveId" clId="{E84A0F36-A845-46AF-94C2-6251774AD388}" dt="2024-01-07T18:22:42.825" v="876" actId="478"/>
          <ac:spMkLst>
            <pc:docMk/>
            <pc:sldMk cId="3014316620" sldId="262"/>
            <ac:spMk id="4" creationId="{B48B09AC-CF61-4E52-848B-88EFB541B2A2}"/>
          </ac:spMkLst>
        </pc:spChg>
        <pc:spChg chg="add mod ord">
          <ac:chgData name="Umer Aijaz" userId="40b8677f1aeeaff8" providerId="LiveId" clId="{E84A0F36-A845-46AF-94C2-6251774AD388}" dt="2024-01-07T20:21:21.917" v="2052" actId="1076"/>
          <ac:spMkLst>
            <pc:docMk/>
            <pc:sldMk cId="3014316620" sldId="262"/>
            <ac:spMk id="5" creationId="{EB531274-1115-8440-52EC-AE4F5F9DD572}"/>
          </ac:spMkLst>
        </pc:spChg>
        <pc:spChg chg="mod">
          <ac:chgData name="Umer Aijaz" userId="40b8677f1aeeaff8" providerId="LiveId" clId="{E84A0F36-A845-46AF-94C2-6251774AD388}" dt="2024-01-07T19:03:03.222" v="1317" actId="207"/>
          <ac:spMkLst>
            <pc:docMk/>
            <pc:sldMk cId="3014316620" sldId="262"/>
            <ac:spMk id="8" creationId="{5AFD1E03-441F-CEE2-5EDA-DC4F85401915}"/>
          </ac:spMkLst>
        </pc:spChg>
        <pc:spChg chg="add mod">
          <ac:chgData name="Umer Aijaz" userId="40b8677f1aeeaff8" providerId="LiveId" clId="{E84A0F36-A845-46AF-94C2-6251774AD388}" dt="2024-01-07T18:48:35.237" v="1105"/>
          <ac:spMkLst>
            <pc:docMk/>
            <pc:sldMk cId="3014316620" sldId="262"/>
            <ac:spMk id="9" creationId="{256C57A6-DCA2-4E5B-FE05-2E2E206BCFFF}"/>
          </ac:spMkLst>
        </pc:spChg>
        <pc:picChg chg="add del mod">
          <ac:chgData name="Umer Aijaz" userId="40b8677f1aeeaff8" providerId="LiveId" clId="{E84A0F36-A845-46AF-94C2-6251774AD388}" dt="2024-01-07T18:23:16.886" v="889" actId="478"/>
          <ac:picMkLst>
            <pc:docMk/>
            <pc:sldMk cId="3014316620" sldId="262"/>
            <ac:picMk id="3" creationId="{1773527B-FA21-2305-E652-9FE493FC3321}"/>
          </ac:picMkLst>
        </pc:picChg>
        <pc:picChg chg="add mod">
          <ac:chgData name="Umer Aijaz" userId="40b8677f1aeeaff8" providerId="LiveId" clId="{E84A0F36-A845-46AF-94C2-6251774AD388}" dt="2024-01-07T18:24:05.895" v="893" actId="14100"/>
          <ac:picMkLst>
            <pc:docMk/>
            <pc:sldMk cId="3014316620" sldId="262"/>
            <ac:picMk id="7" creationId="{1A97E96D-CA5C-D52E-C0C6-9F257DC8AF62}"/>
          </ac:picMkLst>
        </pc:picChg>
      </pc:sldChg>
      <pc:sldChg chg="addSp delSp modSp add mod modClrScheme modAnim chgLayout">
        <pc:chgData name="Umer Aijaz" userId="40b8677f1aeeaff8" providerId="LiveId" clId="{E84A0F36-A845-46AF-94C2-6251774AD388}" dt="2024-01-07T20:57:45.087" v="2532"/>
        <pc:sldMkLst>
          <pc:docMk/>
          <pc:sldMk cId="4097413634" sldId="263"/>
        </pc:sldMkLst>
        <pc:spChg chg="del mod">
          <ac:chgData name="Umer Aijaz" userId="40b8677f1aeeaff8" providerId="LiveId" clId="{E84A0F36-A845-46AF-94C2-6251774AD388}" dt="2024-01-07T18:22:03.136" v="867" actId="478"/>
          <ac:spMkLst>
            <pc:docMk/>
            <pc:sldMk cId="4097413634" sldId="263"/>
            <ac:spMk id="4" creationId="{B48B09AC-CF61-4E52-848B-88EFB541B2A2}"/>
          </ac:spMkLst>
        </pc:spChg>
        <pc:spChg chg="add mod ord">
          <ac:chgData name="Umer Aijaz" userId="40b8677f1aeeaff8" providerId="LiveId" clId="{E84A0F36-A845-46AF-94C2-6251774AD388}" dt="2024-01-07T20:21:34.285" v="2053" actId="1076"/>
          <ac:spMkLst>
            <pc:docMk/>
            <pc:sldMk cId="4097413634" sldId="263"/>
            <ac:spMk id="5" creationId="{F8BE822F-25D1-1812-2EE1-6DC8C9F7C7A2}"/>
          </ac:spMkLst>
        </pc:spChg>
        <pc:spChg chg="mod">
          <ac:chgData name="Umer Aijaz" userId="40b8677f1aeeaff8" providerId="LiveId" clId="{E84A0F36-A845-46AF-94C2-6251774AD388}" dt="2024-01-07T19:02:57.503" v="1315" actId="113"/>
          <ac:spMkLst>
            <pc:docMk/>
            <pc:sldMk cId="4097413634" sldId="263"/>
            <ac:spMk id="6" creationId="{F163669D-7BA8-85E4-1F19-14A42DE6B68A}"/>
          </ac:spMkLst>
        </pc:spChg>
        <pc:spChg chg="add mod">
          <ac:chgData name="Umer Aijaz" userId="40b8677f1aeeaff8" providerId="LiveId" clId="{E84A0F36-A845-46AF-94C2-6251774AD388}" dt="2024-01-07T18:48:32.591" v="1104"/>
          <ac:spMkLst>
            <pc:docMk/>
            <pc:sldMk cId="4097413634" sldId="263"/>
            <ac:spMk id="7" creationId="{394C0428-B2F0-E72A-AADB-BD429437C52F}"/>
          </ac:spMkLst>
        </pc:spChg>
        <pc:picChg chg="add mod modCrop">
          <ac:chgData name="Umer Aijaz" userId="40b8677f1aeeaff8" providerId="LiveId" clId="{E84A0F36-A845-46AF-94C2-6251774AD388}" dt="2024-01-07T18:25:14.134" v="895" actId="732"/>
          <ac:picMkLst>
            <pc:docMk/>
            <pc:sldMk cId="4097413634" sldId="263"/>
            <ac:picMk id="3" creationId="{972D36BA-AC05-1CD0-2B05-59A54D2CA4ED}"/>
          </ac:picMkLst>
        </pc:picChg>
      </pc:sldChg>
      <pc:sldChg chg="addSp delSp modSp add mod ord modClrScheme addAnim delAnim modAnim chgLayout">
        <pc:chgData name="Umer Aijaz" userId="40b8677f1aeeaff8" providerId="LiveId" clId="{E84A0F36-A845-46AF-94C2-6251774AD388}" dt="2024-01-07T20:57:42.148" v="2531"/>
        <pc:sldMkLst>
          <pc:docMk/>
          <pc:sldMk cId="4274032845" sldId="264"/>
        </pc:sldMkLst>
        <pc:spChg chg="del mod">
          <ac:chgData name="Umer Aijaz" userId="40b8677f1aeeaff8" providerId="LiveId" clId="{E84A0F36-A845-46AF-94C2-6251774AD388}" dt="2024-01-07T18:42:52.161" v="1049" actId="478"/>
          <ac:spMkLst>
            <pc:docMk/>
            <pc:sldMk cId="4274032845" sldId="264"/>
            <ac:spMk id="2" creationId="{CBFF05A8-712C-F2AD-0E93-D888A9F91489}"/>
          </ac:spMkLst>
        </pc:spChg>
        <pc:spChg chg="add mod ord">
          <ac:chgData name="Umer Aijaz" userId="40b8677f1aeeaff8" providerId="LiveId" clId="{E84A0F36-A845-46AF-94C2-6251774AD388}" dt="2024-01-07T20:21:01.181" v="2049" actId="1076"/>
          <ac:spMkLst>
            <pc:docMk/>
            <pc:sldMk cId="4274032845" sldId="264"/>
            <ac:spMk id="5" creationId="{2C128553-EBEC-C311-8FDD-B01179B26150}"/>
          </ac:spMkLst>
        </pc:spChg>
        <pc:spChg chg="mod">
          <ac:chgData name="Umer Aijaz" userId="40b8677f1aeeaff8" providerId="LiveId" clId="{E84A0F36-A845-46AF-94C2-6251774AD388}" dt="2024-01-07T19:03:08.958" v="1319" actId="207"/>
          <ac:spMkLst>
            <pc:docMk/>
            <pc:sldMk cId="4274032845" sldId="264"/>
            <ac:spMk id="6" creationId="{816806DF-067D-9216-CEEF-8A41830C130F}"/>
          </ac:spMkLst>
        </pc:spChg>
        <pc:spChg chg="add mod">
          <ac:chgData name="Umer Aijaz" userId="40b8677f1aeeaff8" providerId="LiveId" clId="{E84A0F36-A845-46AF-94C2-6251774AD388}" dt="2024-01-07T18:48:38.101" v="1106"/>
          <ac:spMkLst>
            <pc:docMk/>
            <pc:sldMk cId="4274032845" sldId="264"/>
            <ac:spMk id="7" creationId="{9253FAB3-0DC3-26D9-587F-AD8500855BAA}"/>
          </ac:spMkLst>
        </pc:spChg>
        <pc:picChg chg="add del mod">
          <ac:chgData name="Umer Aijaz" userId="40b8677f1aeeaff8" providerId="LiveId" clId="{E84A0F36-A845-46AF-94C2-6251774AD388}" dt="2024-01-07T20:57:39.142" v="2530" actId="478"/>
          <ac:picMkLst>
            <pc:docMk/>
            <pc:sldMk cId="4274032845" sldId="264"/>
            <ac:picMk id="4" creationId="{078C3F23-6B75-C6D2-B0CA-16C35471CADA}"/>
          </ac:picMkLst>
        </pc:picChg>
      </pc:sldChg>
      <pc:sldChg chg="addSp delSp modSp add mod modClrScheme modAnim chgLayout">
        <pc:chgData name="Umer Aijaz" userId="40b8677f1aeeaff8" providerId="LiveId" clId="{E84A0F36-A845-46AF-94C2-6251774AD388}" dt="2024-01-14T17:44:52.399" v="2758"/>
        <pc:sldMkLst>
          <pc:docMk/>
          <pc:sldMk cId="3261797272" sldId="265"/>
        </pc:sldMkLst>
        <pc:spChg chg="del mod">
          <ac:chgData name="Umer Aijaz" userId="40b8677f1aeeaff8" providerId="LiveId" clId="{E84A0F36-A845-46AF-94C2-6251774AD388}" dt="2024-01-07T18:49:29.853" v="1120" actId="478"/>
          <ac:spMkLst>
            <pc:docMk/>
            <pc:sldMk cId="3261797272" sldId="265"/>
            <ac:spMk id="2" creationId="{CBFF05A8-712C-F2AD-0E93-D888A9F91489}"/>
          </ac:spMkLst>
        </pc:spChg>
        <pc:spChg chg="mod ord">
          <ac:chgData name="Umer Aijaz" userId="40b8677f1aeeaff8" providerId="LiveId" clId="{E84A0F36-A845-46AF-94C2-6251774AD388}" dt="2024-01-07T18:49:33.512" v="1121" actId="700"/>
          <ac:spMkLst>
            <pc:docMk/>
            <pc:sldMk cId="3261797272" sldId="265"/>
            <ac:spMk id="3" creationId="{EF6418F1-CF69-65F0-46A9-1BE7D22A577A}"/>
          </ac:spMkLst>
        </pc:spChg>
        <pc:spChg chg="add mod">
          <ac:chgData name="Umer Aijaz" userId="40b8677f1aeeaff8" providerId="LiveId" clId="{E84A0F36-A845-46AF-94C2-6251774AD388}" dt="2024-01-07T18:48:42.038" v="1108"/>
          <ac:spMkLst>
            <pc:docMk/>
            <pc:sldMk cId="3261797272" sldId="265"/>
            <ac:spMk id="4" creationId="{EF3D88F4-CDFE-E4CA-CB97-0A24642FA53E}"/>
          </ac:spMkLst>
        </pc:spChg>
        <pc:spChg chg="add mod ord">
          <ac:chgData name="Umer Aijaz" userId="40b8677f1aeeaff8" providerId="LiveId" clId="{E84A0F36-A845-46AF-94C2-6251774AD388}" dt="2024-01-14T17:34:46.878" v="2741" actId="20577"/>
          <ac:spMkLst>
            <pc:docMk/>
            <pc:sldMk cId="3261797272" sldId="265"/>
            <ac:spMk id="5" creationId="{E316FB06-11C1-C632-AC9F-6CE160225E41}"/>
          </ac:spMkLst>
        </pc:spChg>
        <pc:picChg chg="add del mod">
          <ac:chgData name="Umer Aijaz" userId="40b8677f1aeeaff8" providerId="LiveId" clId="{E84A0F36-A845-46AF-94C2-6251774AD388}" dt="2024-01-14T17:35:08.567" v="2748" actId="478"/>
          <ac:picMkLst>
            <pc:docMk/>
            <pc:sldMk cId="3261797272" sldId="265"/>
            <ac:picMk id="6" creationId="{09456C98-74C4-EC0C-0231-B5DEFF62ECB0}"/>
          </ac:picMkLst>
        </pc:picChg>
        <pc:picChg chg="add mod modCrop">
          <ac:chgData name="Umer Aijaz" userId="40b8677f1aeeaff8" providerId="LiveId" clId="{E84A0F36-A845-46AF-94C2-6251774AD388}" dt="2024-01-14T17:36:53.555" v="2754" actId="1076"/>
          <ac:picMkLst>
            <pc:docMk/>
            <pc:sldMk cId="3261797272" sldId="265"/>
            <ac:picMk id="7" creationId="{5B7A799C-37ED-CD6A-68AA-F4F865ABA0C4}"/>
          </ac:picMkLst>
        </pc:picChg>
        <pc:picChg chg="add mod modCrop">
          <ac:chgData name="Umer Aijaz" userId="40b8677f1aeeaff8" providerId="LiveId" clId="{E84A0F36-A845-46AF-94C2-6251774AD388}" dt="2024-01-12T21:30:59.529" v="2668" actId="1440"/>
          <ac:picMkLst>
            <pc:docMk/>
            <pc:sldMk cId="3261797272" sldId="265"/>
            <ac:picMk id="8" creationId="{DDAE3863-C334-873B-D616-C1B05D982F2D}"/>
          </ac:picMkLst>
        </pc:picChg>
      </pc:sldChg>
      <pc:sldChg chg="addSp delSp modSp add mod addAnim delAnim modAnim">
        <pc:chgData name="Umer Aijaz" userId="40b8677f1aeeaff8" providerId="LiveId" clId="{E84A0F36-A845-46AF-94C2-6251774AD388}" dt="2024-01-12T21:36:30.398" v="2724"/>
        <pc:sldMkLst>
          <pc:docMk/>
          <pc:sldMk cId="3688825802" sldId="266"/>
        </pc:sldMkLst>
        <pc:spChg chg="mod">
          <ac:chgData name="Umer Aijaz" userId="40b8677f1aeeaff8" providerId="LiveId" clId="{E84A0F36-A845-46AF-94C2-6251774AD388}" dt="2024-01-07T19:30:17.027" v="1404" actId="20577"/>
          <ac:spMkLst>
            <pc:docMk/>
            <pc:sldMk cId="3688825802" sldId="266"/>
            <ac:spMk id="6" creationId="{E20FE31A-6F75-39FE-AFE6-81201BEECF1C}"/>
          </ac:spMkLst>
        </pc:spChg>
        <pc:picChg chg="add del">
          <ac:chgData name="Umer Aijaz" userId="40b8677f1aeeaff8" providerId="LiveId" clId="{E84A0F36-A845-46AF-94C2-6251774AD388}" dt="2024-01-07T19:23:36.750" v="1388" actId="478"/>
          <ac:picMkLst>
            <pc:docMk/>
            <pc:sldMk cId="3688825802" sldId="266"/>
            <ac:picMk id="4" creationId="{9CDB7FC8-4C3B-5EB0-087F-175383D32F6A}"/>
          </ac:picMkLst>
        </pc:picChg>
        <pc:picChg chg="add mod">
          <ac:chgData name="Umer Aijaz" userId="40b8677f1aeeaff8" providerId="LiveId" clId="{E84A0F36-A845-46AF-94C2-6251774AD388}" dt="2024-01-12T21:32:33.695" v="2679" actId="1440"/>
          <ac:picMkLst>
            <pc:docMk/>
            <pc:sldMk cId="3688825802" sldId="266"/>
            <ac:picMk id="4" creationId="{D1DE6C41-34B4-29DD-B18D-F6D4E4AC51C6}"/>
          </ac:picMkLst>
        </pc:picChg>
        <pc:picChg chg="del">
          <ac:chgData name="Umer Aijaz" userId="40b8677f1aeeaff8" providerId="LiveId" clId="{E84A0F36-A845-46AF-94C2-6251774AD388}" dt="2024-01-07T19:10:05.283" v="1360" actId="478"/>
          <ac:picMkLst>
            <pc:docMk/>
            <pc:sldMk cId="3688825802" sldId="266"/>
            <ac:picMk id="8" creationId="{445892F0-4B24-1F40-0017-B8E320F7A511}"/>
          </ac:picMkLst>
        </pc:picChg>
        <pc:picChg chg="add del">
          <ac:chgData name="Umer Aijaz" userId="40b8677f1aeeaff8" providerId="LiveId" clId="{E84A0F36-A845-46AF-94C2-6251774AD388}" dt="2024-01-07T19:24:40.081" v="1390" actId="478"/>
          <ac:picMkLst>
            <pc:docMk/>
            <pc:sldMk cId="3688825802" sldId="266"/>
            <ac:picMk id="9" creationId="{E0629D0A-C446-24CC-55E5-3FEC7A56AE0E}"/>
          </ac:picMkLst>
        </pc:picChg>
        <pc:picChg chg="del">
          <ac:chgData name="Umer Aijaz" userId="40b8677f1aeeaff8" providerId="LiveId" clId="{E84A0F36-A845-46AF-94C2-6251774AD388}" dt="2024-01-07T19:10:05.844" v="1361" actId="478"/>
          <ac:picMkLst>
            <pc:docMk/>
            <pc:sldMk cId="3688825802" sldId="266"/>
            <ac:picMk id="10" creationId="{09A5C15C-1F48-630C-D463-75C15EC2CC88}"/>
          </ac:picMkLst>
        </pc:picChg>
        <pc:picChg chg="add del mod">
          <ac:chgData name="Umer Aijaz" userId="40b8677f1aeeaff8" providerId="LiveId" clId="{E84A0F36-A845-46AF-94C2-6251774AD388}" dt="2024-01-12T20:57:46.416" v="2602" actId="478"/>
          <ac:picMkLst>
            <pc:docMk/>
            <pc:sldMk cId="3688825802" sldId="266"/>
            <ac:picMk id="12" creationId="{7D778375-B904-D2B2-9FFF-6359816A9C73}"/>
          </ac:picMkLst>
        </pc:picChg>
      </pc:sldChg>
      <pc:sldChg chg="addSp delSp new del mod">
        <pc:chgData name="Umer Aijaz" userId="40b8677f1aeeaff8" providerId="LiveId" clId="{E84A0F36-A845-46AF-94C2-6251774AD388}" dt="2024-01-07T19:10:00.403" v="1358" actId="47"/>
        <pc:sldMkLst>
          <pc:docMk/>
          <pc:sldMk cId="4056348808" sldId="266"/>
        </pc:sldMkLst>
        <pc:picChg chg="add del">
          <ac:chgData name="Umer Aijaz" userId="40b8677f1aeeaff8" providerId="LiveId" clId="{E84A0F36-A845-46AF-94C2-6251774AD388}" dt="2024-01-07T19:09:57.793" v="1357" actId="22"/>
          <ac:picMkLst>
            <pc:docMk/>
            <pc:sldMk cId="4056348808" sldId="266"/>
            <ac:picMk id="5" creationId="{AB16D494-83AF-86F7-44DA-79D1BA31253E}"/>
          </ac:picMkLst>
        </pc:picChg>
      </pc:sldChg>
      <pc:sldChg chg="addSp delSp modSp new mod setBg">
        <pc:chgData name="Umer Aijaz" userId="40b8677f1aeeaff8" providerId="LiveId" clId="{E84A0F36-A845-46AF-94C2-6251774AD388}" dt="2024-01-12T21:33:33.613" v="2713"/>
        <pc:sldMkLst>
          <pc:docMk/>
          <pc:sldMk cId="1064729725" sldId="267"/>
        </pc:sldMkLst>
        <pc:spChg chg="del">
          <ac:chgData name="Umer Aijaz" userId="40b8677f1aeeaff8" providerId="LiveId" clId="{E84A0F36-A845-46AF-94C2-6251774AD388}" dt="2024-01-07T20:23:24.193" v="2058" actId="478"/>
          <ac:spMkLst>
            <pc:docMk/>
            <pc:sldMk cId="1064729725" sldId="267"/>
            <ac:spMk id="2" creationId="{CF4CA571-75C2-7EDC-9125-BEFB7A6F49B3}"/>
          </ac:spMkLst>
        </pc:spChg>
        <pc:picChg chg="add del mod">
          <ac:chgData name="Umer Aijaz" userId="40b8677f1aeeaff8" providerId="LiveId" clId="{E84A0F36-A845-46AF-94C2-6251774AD388}" dt="2024-01-07T20:47:51.386" v="2321" actId="478"/>
          <ac:picMkLst>
            <pc:docMk/>
            <pc:sldMk cId="1064729725" sldId="267"/>
            <ac:picMk id="11266" creationId="{3C9D992A-418A-36C5-B3A2-18993EB8BD6A}"/>
          </ac:picMkLst>
        </pc:picChg>
      </pc:sldChg>
      <pc:sldChg chg="addSp delSp modSp add mod modAnim">
        <pc:chgData name="Umer Aijaz" userId="40b8677f1aeeaff8" providerId="LiveId" clId="{E84A0F36-A845-46AF-94C2-6251774AD388}" dt="2024-01-14T17:45:23.892" v="2759"/>
        <pc:sldMkLst>
          <pc:docMk/>
          <pc:sldMk cId="3868653060" sldId="268"/>
        </pc:sldMkLst>
        <pc:spChg chg="mod">
          <ac:chgData name="Umer Aijaz" userId="40b8677f1aeeaff8" providerId="LiveId" clId="{E84A0F36-A845-46AF-94C2-6251774AD388}" dt="2024-01-14T17:34:57.174" v="2747" actId="20577"/>
          <ac:spMkLst>
            <pc:docMk/>
            <pc:sldMk cId="3868653060" sldId="268"/>
            <ac:spMk id="5" creationId="{E316FB06-11C1-C632-AC9F-6CE160225E41}"/>
          </ac:spMkLst>
        </pc:spChg>
        <pc:picChg chg="del">
          <ac:chgData name="Umer Aijaz" userId="40b8677f1aeeaff8" providerId="LiveId" clId="{E84A0F36-A845-46AF-94C2-6251774AD388}" dt="2024-01-14T17:33:07.678" v="2726" actId="478"/>
          <ac:picMkLst>
            <pc:docMk/>
            <pc:sldMk cId="3868653060" sldId="268"/>
            <ac:picMk id="6" creationId="{09456C98-74C4-EC0C-0231-B5DEFF62ECB0}"/>
          </ac:picMkLst>
        </pc:picChg>
        <pc:picChg chg="add mod">
          <ac:chgData name="Umer Aijaz" userId="40b8677f1aeeaff8" providerId="LiveId" clId="{E84A0F36-A845-46AF-94C2-6251774AD388}" dt="2024-01-14T17:38:17.713" v="2756" actId="1076"/>
          <ac:picMkLst>
            <pc:docMk/>
            <pc:sldMk cId="3868653060" sldId="268"/>
            <ac:picMk id="7" creationId="{CBA20BC3-A69C-E864-89CA-BA3F3DA8C4F0}"/>
          </ac:picMkLst>
        </pc:picChg>
        <pc:picChg chg="del">
          <ac:chgData name="Umer Aijaz" userId="40b8677f1aeeaff8" providerId="LiveId" clId="{E84A0F36-A845-46AF-94C2-6251774AD388}" dt="2024-01-14T17:33:13.412" v="2727" actId="478"/>
          <ac:picMkLst>
            <pc:docMk/>
            <pc:sldMk cId="3868653060" sldId="268"/>
            <ac:picMk id="8" creationId="{DDAE3863-C334-873B-D616-C1B05D982F2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D1E4EB-A529-4AA9-8D08-75948EEA3632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C95DD2-D28D-4971-8C2A-31852AB1F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880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B4C9D-45CE-138A-5056-62DC7187A1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568DC7-EBD3-583A-F65D-C9F54C5710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935D0-F0F3-0BFC-D391-5FA1CDE4C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B10F8-49B4-42FB-8A53-698A0C15ACD5}" type="datetime1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88009-254B-3FE5-4945-C69252AC7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DC9EA-59EE-D2DB-6EDF-D0DAF0A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BF01-71C8-4C0E-B636-5B6C910EF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5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1C232-FA7F-D792-18D2-A6A2F0A0E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476F7-ADAA-EA3F-1693-F5D4A526C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A7636-40B4-4F4B-C44D-BA6CF157B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3812B-5806-4489-871A-B3CDFEE0B11F}" type="datetime1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7E545-2382-06A4-E527-F05CEEBA7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7FD30-B2BA-38B2-BD9E-6CF8222B5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BF01-71C8-4C0E-B636-5B6C910EF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072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C2E25-213F-38D0-9BCC-2348D8387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C047D-0EA1-2870-66D9-7FCF5AF0C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426EF-A2DD-0B5A-172D-26383B4C8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C2C7D-577A-4BF4-9E5B-95D4CC1A42F2}" type="datetime1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F09F0-F87B-17AF-FD2C-461AB9EA9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80D2B-8AC8-6BA7-E213-08DF6B922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BF01-71C8-4C0E-B636-5B6C910EF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875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02D7B-DD68-D249-24B0-2D4C9027D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E477E-F3BC-7CD6-6D2C-FB20DD9773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231D22-EE7E-A6C0-6E89-054C2497A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03FFC-DDE6-098A-1BA4-88642263D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31C69-D0DD-4C39-8133-13F29ADB1DCE}" type="datetime1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B5C871-8EB2-EBB0-DC6A-1F29B21FF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1C5F6-51DA-641E-64EF-7163FDB9D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BF01-71C8-4C0E-B636-5B6C910EF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98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2CEBD-BE73-26EB-C034-A6827DCBC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A4341-E302-577E-C13E-7C01E16EF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B1207-C689-FBEC-C274-B49C010FD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41CEAA-36D1-DFBD-3843-7FFB064602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EC8BF0-51F7-9DD2-B293-8CF37882F0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493295-2233-352D-5AD6-61F2B718E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978C6-95F1-442D-974A-B9A83992FCFA}" type="datetime1">
              <a:rPr lang="en-US" smtClean="0"/>
              <a:t>6/12/2025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D3DE7B-17C8-0219-C0DD-C9B79B94A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48CDD-E8A3-568F-5F3B-71F012681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BF01-71C8-4C0E-B636-5B6C910EF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39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BEB14-89AD-7810-13E9-8A33F6043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C73EB8-2032-5844-C415-7361D27C7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83849-D3DD-4FA7-8A8D-B7F42ACDAB8B}" type="datetime1">
              <a:rPr lang="en-US" smtClean="0"/>
              <a:t>6/12/2025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2B0D93-6296-F1AB-7036-EF6ED490B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5778F4-4D75-1C75-631D-09881DE92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BF01-71C8-4C0E-B636-5B6C910EF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236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F290B8-3E02-6977-FC3C-E1BDC7A70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8A9A7-8CDA-403E-A05F-92CCFA5260E0}" type="datetime1">
              <a:rPr lang="en-US" smtClean="0"/>
              <a:t>6/12/2025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6F3177-0651-546A-9081-CDA820B29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22A66-480B-7237-4752-C5EF51398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BF01-71C8-4C0E-B636-5B6C910EF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653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80C5-6880-8BBB-98D6-1D4CEE9A9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1B183-0CD7-9103-B757-3DCDB8CC9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5A42A-2C62-BDF9-E966-333A0CCB6B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F4944-6CE4-D6EE-5A19-44F0CE00D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42538-8D9F-449C-B173-5F77D9AD585C}" type="datetime1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C8D6A-083A-91E4-3D66-62368A306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E2050-E4FC-7C92-FFC7-B49EEAEB2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BF01-71C8-4C0E-B636-5B6C910EF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93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3ED21-9BA5-1037-DAAA-6DABA63C0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A6A84F-FE78-5538-D899-4989CFE843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110D8-3388-6880-1D15-15F6F422D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EBB4F-B089-0C21-44A0-99AD0AEF4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F7E72-FDDB-42BC-94DA-8450EE497E1B}" type="datetime1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87651C-07AE-A34B-88F8-90E71CC86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7C130-40EE-A0E7-DCE6-AB0DEBF45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BF01-71C8-4C0E-B636-5B6C910EF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272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E01E8-1AD7-308D-D7B4-CA9CF5735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E3F9E-1379-2ED4-FA18-64FACD25F7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6E447-D9A3-E0CE-CE19-657CC2DA9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85CDF-3D4A-4C5F-A688-1F8B35C72D38}" type="datetime1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832ED-17CC-56E8-171F-8C31DB943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7F3BE-9933-AC5B-E1A8-40A0300BB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BF01-71C8-4C0E-B636-5B6C910EF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792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4C1617-9E9F-2725-0A2A-DD5962B01D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F7E3B4-EC54-3B63-0766-2EAE9FB71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939FA-4386-97FD-2AFC-BC90A89C9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780D8-E961-44A3-9FC1-20B4BF54FCAC}" type="datetime1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404D8-0B1C-B631-2997-4186E5C1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B1558-8313-9A6E-F180-1D0A20ABE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BF01-71C8-4C0E-B636-5B6C910EF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260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8B5EC1-A856-7168-5B56-BB2AC75C6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8F3DD-162C-79CA-BEA9-92CE3647B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02F0A-9D6C-9D24-F057-06B3DC93AA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48802E-EE58-4A62-AD66-13AD3D454D23}" type="datetime1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958C6-18B6-B825-43E2-29D23F8CF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39594-AED3-6268-B396-730A1D2633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BF01-71C8-4C0E-B636-5B6C910EF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47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.aijaz@studenti.unina.it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image" Target="../media/image3.jpg"/><Relationship Id="rId7" Type="http://schemas.openxmlformats.org/officeDocument/2006/relationships/slide" Target="slide6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11" Type="http://schemas.openxmlformats.org/officeDocument/2006/relationships/slide" Target="slide11.xml"/><Relationship Id="rId5" Type="http://schemas.openxmlformats.org/officeDocument/2006/relationships/slide" Target="slide4.xml"/><Relationship Id="rId10" Type="http://schemas.openxmlformats.org/officeDocument/2006/relationships/slide" Target="slide9.xml"/><Relationship Id="rId4" Type="http://schemas.openxmlformats.org/officeDocument/2006/relationships/slide" Target="slide3.xml"/><Relationship Id="rId9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jpeg"/><Relationship Id="rId7" Type="http://schemas.openxmlformats.org/officeDocument/2006/relationships/slide" Target="slide2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8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slide" Target="slide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4000"/>
            <a:lum/>
          </a:blip>
          <a:srcRect/>
          <a:stretch>
            <a:fillRect t="-16000" b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8149-DE9E-0F62-52A3-33ED9DAF7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922" y="1544058"/>
            <a:ext cx="9246669" cy="3131575"/>
          </a:xfrm>
        </p:spPr>
        <p:txBody>
          <a:bodyPr>
            <a:noAutofit/>
          </a:bodyPr>
          <a:lstStyle/>
          <a:p>
            <a:r>
              <a:rPr lang="en-A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CSAGV Challenge 2023/24</a:t>
            </a:r>
            <a:br>
              <a:rPr lang="en-A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A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Lateral control for lane changing </a:t>
            </a:r>
            <a:r>
              <a:rPr lang="en-US" sz="3200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manoeuvre</a:t>
            </a:r>
            <a:br>
              <a:rPr lang="en-US" sz="3200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lateral and longitudial control in a decoupled dynamics</a:t>
            </a:r>
            <a:br>
              <a:rPr lang="it-IT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9EBD70-C34A-2C86-17E5-ED0ABBF5B961}"/>
              </a:ext>
            </a:extLst>
          </p:cNvPr>
          <p:cNvSpPr txBox="1"/>
          <p:nvPr/>
        </p:nvSpPr>
        <p:spPr>
          <a:xfrm>
            <a:off x="6556257" y="5250456"/>
            <a:ext cx="52227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Prepared by: Sheikh Umer Aijaz</a:t>
            </a:r>
          </a:p>
          <a:p>
            <a:r>
              <a:rPr lang="en-US" sz="2000" dirty="0"/>
              <a:t>Email: </a:t>
            </a:r>
            <a:r>
              <a:rPr lang="en-US" sz="2000" u="sng" dirty="0">
                <a:solidFill>
                  <a:schemeClr val="accent1"/>
                </a:solidFill>
                <a:hlinkClick r:id="rId3"/>
              </a:rPr>
              <a:t>s.aijaz@studenti.unina.it</a:t>
            </a:r>
            <a:endParaRPr lang="en-US" sz="2000" u="sng" dirty="0">
              <a:solidFill>
                <a:schemeClr val="accent1"/>
              </a:solidFill>
            </a:endParaRPr>
          </a:p>
          <a:p>
            <a:endParaRPr lang="en-US" sz="2000" u="sng" dirty="0">
              <a:solidFill>
                <a:schemeClr val="accent1"/>
              </a:solidFill>
            </a:endParaRPr>
          </a:p>
          <a:p>
            <a:r>
              <a:rPr lang="en-US" sz="2000" dirty="0"/>
              <a:t>Professor: Stefania Santini &amp; Aniello Mungiello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F9D4E5-FF57-13D2-9330-B538F867E5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44" y="216430"/>
            <a:ext cx="1828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093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42338-E3E7-0012-B5C2-B7FEE72EE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156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FA8A0-401D-1801-D47F-4033837BF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124"/>
            <a:ext cx="10515600" cy="491491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C00000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Introduction &amp; Scenario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C00000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Mathematical Expressions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C00000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MATLAB code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C00000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SIMULINK Model 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C00000"/>
                </a:solidFill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Vehicle Longitudinal Dynamics Control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C00000"/>
                </a:solidFill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Vehicle Lateral Dynamics Control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C00000"/>
                </a:solidFill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Results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C00000"/>
                </a:solidFill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Robustness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E609A-3856-5E7B-8597-41D6E5582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BF01-71C8-4C0E-B636-5B6C910EFC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233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mixkit-short-car-ignition-154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mixkit-short-car-ignition-154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mixkit-short-car-ignition-154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mixkit-short-car-ignition-154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mixkit-short-car-ignition-154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mixkit-short-car-ignition-154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mixkit-short-car-ignition-154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mixkit-short-car-ignition-154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31">
            <a:extLst>
              <a:ext uri="{FF2B5EF4-FFF2-40B4-BE49-F238E27FC236}">
                <a16:creationId xmlns:a16="http://schemas.microsoft.com/office/drawing/2014/main" id="{6C04B62E-AE2D-A598-A619-BE8CC0D72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005" y="455240"/>
            <a:ext cx="4526080" cy="611370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Introduction/ Scenario</a:t>
            </a:r>
            <a:br>
              <a:rPr lang="en-US" sz="3200" dirty="0">
                <a:latin typeface="+mn-lt"/>
              </a:rPr>
            </a:br>
            <a:endParaRPr lang="en-US" sz="3200" dirty="0">
              <a:latin typeface="+mn-lt"/>
            </a:endParaRPr>
          </a:p>
        </p:txBody>
      </p:sp>
      <p:pic>
        <p:nvPicPr>
          <p:cNvPr id="1026" name="Picture 2" descr="Seamless Two Lane Road Texture Stock Illustrations – 45 Seamless Two Lane  Road Texture Stock Illustrations, Vectors &amp; Clipart - Dreamstime">
            <a:extLst>
              <a:ext uri="{FF2B5EF4-FFF2-40B4-BE49-F238E27FC236}">
                <a16:creationId xmlns:a16="http://schemas.microsoft.com/office/drawing/2014/main" id="{0D94E1E8-A216-C89A-404F-D20CFDAA2208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1" y="3664960"/>
            <a:ext cx="11772900" cy="29479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382299-3D12-6267-EDEC-98B762B33F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714" y="5277625"/>
            <a:ext cx="2243178" cy="1081087"/>
          </a:xfrm>
          <a:prstGeom prst="rect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08FD57-9ADB-05E2-CE2F-B71D7EDDC1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4" y="3565088"/>
            <a:ext cx="2613659" cy="16335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CE4705-1D62-9B51-2718-D09E3AB279A1}"/>
              </a:ext>
            </a:extLst>
          </p:cNvPr>
          <p:cNvSpPr txBox="1"/>
          <p:nvPr/>
        </p:nvSpPr>
        <p:spPr>
          <a:xfrm>
            <a:off x="90491" y="895833"/>
            <a:ext cx="8041618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Subject Vehicle [Honda Civic X]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Following vehicle [Audi A5]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Subject Vehicle is moving with the velocity of </a:t>
            </a:r>
            <a:r>
              <a:rPr lang="en-US" b="1" dirty="0"/>
              <a:t>7 m/s</a:t>
            </a:r>
            <a:r>
              <a:rPr lang="en-US" dirty="0"/>
              <a:t> initially. While the following vehicle (to be overtaken) is moving with a constant speed of </a:t>
            </a:r>
            <a:r>
              <a:rPr lang="en-US" b="1" dirty="0"/>
              <a:t>5 m/s.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scenario here is the overtaking of Following vehicle [Audi A5] via lane changing by increasing velocity of the Subject Vehicle [Honda Civic X]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D04EE2A-C9AE-B02A-5660-0AF280043A28}"/>
              </a:ext>
            </a:extLst>
          </p:cNvPr>
          <p:cNvCxnSpPr>
            <a:cxnSpLocks/>
          </p:cNvCxnSpPr>
          <p:nvPr/>
        </p:nvCxnSpPr>
        <p:spPr>
          <a:xfrm>
            <a:off x="11310939" y="4533279"/>
            <a:ext cx="457200" cy="0"/>
          </a:xfrm>
          <a:prstGeom prst="line">
            <a:avLst/>
          </a:prstGeom>
          <a:ln w="571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2FE1EE4-D2D3-E931-EC24-BA4EE26C5043}"/>
              </a:ext>
            </a:extLst>
          </p:cNvPr>
          <p:cNvCxnSpPr>
            <a:cxnSpLocks/>
          </p:cNvCxnSpPr>
          <p:nvPr/>
        </p:nvCxnSpPr>
        <p:spPr>
          <a:xfrm>
            <a:off x="11297853" y="5840710"/>
            <a:ext cx="457200" cy="0"/>
          </a:xfrm>
          <a:prstGeom prst="line">
            <a:avLst/>
          </a:prstGeom>
          <a:ln w="571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8ECD0C9-C13F-612D-81D4-8A93A99D57ED}"/>
              </a:ext>
            </a:extLst>
          </p:cNvPr>
          <p:cNvCxnSpPr>
            <a:cxnSpLocks/>
          </p:cNvCxnSpPr>
          <p:nvPr/>
        </p:nvCxnSpPr>
        <p:spPr>
          <a:xfrm>
            <a:off x="11539539" y="4533279"/>
            <a:ext cx="0" cy="1307431"/>
          </a:xfrm>
          <a:prstGeom prst="straightConnector1">
            <a:avLst/>
          </a:prstGeom>
          <a:ln w="57150">
            <a:solidFill>
              <a:schemeClr val="accent5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74441EF-C27C-BFC5-D961-EEE46B005F4A}"/>
              </a:ext>
            </a:extLst>
          </p:cNvPr>
          <p:cNvCxnSpPr>
            <a:cxnSpLocks/>
          </p:cNvCxnSpPr>
          <p:nvPr/>
        </p:nvCxnSpPr>
        <p:spPr>
          <a:xfrm flipH="1" flipV="1">
            <a:off x="1542361" y="5840710"/>
            <a:ext cx="9636432" cy="2"/>
          </a:xfrm>
          <a:prstGeom prst="line">
            <a:avLst/>
          </a:prstGeom>
          <a:ln w="5715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AF925B9-9576-D66E-0710-F124F2EE89D0}"/>
              </a:ext>
            </a:extLst>
          </p:cNvPr>
          <p:cNvSpPr txBox="1"/>
          <p:nvPr/>
        </p:nvSpPr>
        <p:spPr>
          <a:xfrm>
            <a:off x="11539539" y="4942092"/>
            <a:ext cx="561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3m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7022C9-5263-A81A-8AA1-AA3D39A6EA7F}"/>
              </a:ext>
            </a:extLst>
          </p:cNvPr>
          <p:cNvSpPr txBox="1"/>
          <p:nvPr/>
        </p:nvSpPr>
        <p:spPr>
          <a:xfrm>
            <a:off x="209551" y="3790773"/>
            <a:ext cx="868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5 m/s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E83792-511A-449D-340B-236EEBE505F5}"/>
              </a:ext>
            </a:extLst>
          </p:cNvPr>
          <p:cNvSpPr txBox="1"/>
          <p:nvPr/>
        </p:nvSpPr>
        <p:spPr>
          <a:xfrm>
            <a:off x="209549" y="6068380"/>
            <a:ext cx="868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7 m/s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967B8BFD-FA7F-BDBC-6230-7F3127301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BF01-71C8-4C0E-B636-5B6C910EFC77}" type="slidenum">
              <a:rPr lang="en-US" b="1" smtClean="0">
                <a:solidFill>
                  <a:schemeClr val="bg1"/>
                </a:solidFill>
              </a:rPr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212C12-DE54-07EA-35DF-33E6F3E9FB0E}"/>
              </a:ext>
            </a:extLst>
          </p:cNvPr>
          <p:cNvSpPr txBox="1"/>
          <p:nvPr/>
        </p:nvSpPr>
        <p:spPr>
          <a:xfrm>
            <a:off x="10851407" y="6613601"/>
            <a:ext cx="13500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hlinkClick r:id="rId7" action="ppaction://hlinksldjump"/>
              </a:rPr>
              <a:t>← Table of contents</a:t>
            </a:r>
            <a:endParaRPr lang="en-US" sz="10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20B8902-16FD-6D67-4482-516044F40A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2209" y="980159"/>
            <a:ext cx="848525" cy="40894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9B190EC-39C6-0F2A-3A44-9743D9666C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207" y="1279899"/>
            <a:ext cx="954152" cy="596345"/>
          </a:xfrm>
          <a:prstGeom prst="rect">
            <a:avLst/>
          </a:prstGeom>
        </p:spPr>
      </p:pic>
      <p:pic>
        <p:nvPicPr>
          <p:cNvPr id="45" name="Immagine 6">
            <a:extLst>
              <a:ext uri="{FF2B5EF4-FFF2-40B4-BE49-F238E27FC236}">
                <a16:creationId xmlns:a16="http://schemas.microsoft.com/office/drawing/2014/main" id="{F2FDD7A2-77A1-AFEF-0D3A-64CEDAB1A53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067" y="323019"/>
            <a:ext cx="4340965" cy="3035530"/>
          </a:xfrm>
          <a:prstGeom prst="rect">
            <a:avLst/>
          </a:prstGeom>
        </p:spPr>
      </p:pic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96367A04-B446-E1F1-34B9-53095D1801B7}"/>
              </a:ext>
            </a:extLst>
          </p:cNvPr>
          <p:cNvSpPr/>
          <p:nvPr/>
        </p:nvSpPr>
        <p:spPr>
          <a:xfrm>
            <a:off x="1647645" y="4468483"/>
            <a:ext cx="9894498" cy="1328468"/>
          </a:xfrm>
          <a:custGeom>
            <a:avLst/>
            <a:gdLst>
              <a:gd name="connsiteX0" fmla="*/ 0 w 9894498"/>
              <a:gd name="connsiteY0" fmla="*/ 1328468 h 1328468"/>
              <a:gd name="connsiteX1" fmla="*/ 9894498 w 9894498"/>
              <a:gd name="connsiteY1" fmla="*/ 0 h 1328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894498" h="1328468">
                <a:moveTo>
                  <a:pt x="0" y="1328468"/>
                </a:moveTo>
                <a:cubicBezTo>
                  <a:pt x="4829354" y="1146594"/>
                  <a:pt x="9658709" y="964721"/>
                  <a:pt x="9894498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ree-form: Shape 4">
            <a:extLst>
              <a:ext uri="{FF2B5EF4-FFF2-40B4-BE49-F238E27FC236}">
                <a16:creationId xmlns:a16="http://schemas.microsoft.com/office/drawing/2014/main" id="{2B9F49DD-DD3F-FCC8-E7D4-4ABA93925D9F}"/>
              </a:ext>
            </a:extLst>
          </p:cNvPr>
          <p:cNvSpPr/>
          <p:nvPr/>
        </p:nvSpPr>
        <p:spPr>
          <a:xfrm>
            <a:off x="1647645" y="4442520"/>
            <a:ext cx="9531148" cy="1370894"/>
          </a:xfrm>
          <a:custGeom>
            <a:avLst/>
            <a:gdLst>
              <a:gd name="connsiteX0" fmla="*/ 0 w 9885872"/>
              <a:gd name="connsiteY0" fmla="*/ 1371684 h 1371684"/>
              <a:gd name="connsiteX1" fmla="*/ 5400136 w 9885872"/>
              <a:gd name="connsiteY1" fmla="*/ 112227 h 1371684"/>
              <a:gd name="connsiteX2" fmla="*/ 9885872 w 9885872"/>
              <a:gd name="connsiteY2" fmla="*/ 60469 h 1371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85872" h="1371684">
                <a:moveTo>
                  <a:pt x="0" y="1371684"/>
                </a:moveTo>
                <a:cubicBezTo>
                  <a:pt x="1876245" y="851223"/>
                  <a:pt x="3752491" y="330763"/>
                  <a:pt x="5400136" y="112227"/>
                </a:cubicBezTo>
                <a:cubicBezTo>
                  <a:pt x="7047781" y="-106309"/>
                  <a:pt x="9120997" y="61907"/>
                  <a:pt x="9885872" y="60469"/>
                </a:cubicBezTo>
              </a:path>
            </a:pathLst>
          </a:cu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2311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1.11111E-6 L 0.3151 -0.0069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55" y="-34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1.85185E-6 L 0.70521 -0.18982 " pathEditMode="relative" rAng="0" ptsTypes="AA">
                                      <p:cBhvr>
                                        <p:cTn id="8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260" y="-9491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mixkit-fast-car-drive-by-1538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F079A-3818-118C-64D7-3E03F6827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576" y="555264"/>
            <a:ext cx="6515501" cy="38027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Mathematical Expressions</a:t>
            </a:r>
            <a:br>
              <a:rPr lang="en-US" sz="3200" dirty="0">
                <a:latin typeface="+mn-lt"/>
              </a:rPr>
            </a:br>
            <a:endParaRPr lang="en-US" sz="3200" dirty="0">
              <a:latin typeface="+mn-lt"/>
            </a:endParaRPr>
          </a:p>
        </p:txBody>
      </p:sp>
      <p:pic>
        <p:nvPicPr>
          <p:cNvPr id="4" name="Immagine 6">
            <a:extLst>
              <a:ext uri="{FF2B5EF4-FFF2-40B4-BE49-F238E27FC236}">
                <a16:creationId xmlns:a16="http://schemas.microsoft.com/office/drawing/2014/main" id="{D306AABA-D2B7-7E85-AE94-BCDB82E76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92" y="1744805"/>
            <a:ext cx="7541835" cy="2160634"/>
          </a:xfrm>
          <a:prstGeom prst="rect">
            <a:avLst/>
          </a:prstGeom>
        </p:spPr>
      </p:pic>
      <p:pic>
        <p:nvPicPr>
          <p:cNvPr id="6" name="Immagine 2">
            <a:extLst>
              <a:ext uri="{FF2B5EF4-FFF2-40B4-BE49-F238E27FC236}">
                <a16:creationId xmlns:a16="http://schemas.microsoft.com/office/drawing/2014/main" id="{4AC2FC46-BA5E-CF50-450F-BB028276A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6" y="5003724"/>
            <a:ext cx="7454696" cy="10792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D0B6634-9AC4-9E3D-4C1A-2EC4D57F7F5C}"/>
                  </a:ext>
                </a:extLst>
              </p:cNvPr>
              <p:cNvSpPr txBox="1"/>
              <p:nvPr/>
            </p:nvSpPr>
            <p:spPr>
              <a:xfrm>
                <a:off x="8222783" y="105703"/>
                <a:ext cx="3749641" cy="7017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i="1" dirty="0"/>
                  <a:t>y [m]  is the vehicle lateral position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i="1" dirty="0"/>
                  <a:t>      [rad] is the yaw angle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i="1" dirty="0"/>
                  <a:t>    [rad] is the desired steering angle to be imposed to reach the control goal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i="1" dirty="0"/>
                  <a:t>V</a:t>
                </a:r>
                <a:r>
                  <a:rPr lang="en-US" i="1" baseline="-25000" dirty="0"/>
                  <a:t>x</a:t>
                </a:r>
                <a:r>
                  <a:rPr lang="en-US" i="1" dirty="0"/>
                  <a:t> is the longitudinal vehicle speed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i="1" dirty="0" err="1"/>
                  <a:t>C</a:t>
                </a:r>
                <a:r>
                  <a:rPr lang="en-US" i="1" baseline="-25000" dirty="0" err="1"/>
                  <a:t>af</a:t>
                </a:r>
                <a:r>
                  <a:rPr lang="en-US" i="1" baseline="-25000" dirty="0"/>
                  <a:t>, </a:t>
                </a:r>
                <a:r>
                  <a:rPr lang="en-US" i="1" dirty="0"/>
                  <a:t>C</a:t>
                </a:r>
                <a:r>
                  <a:rPr lang="en-US" i="1" baseline="-25000" dirty="0"/>
                  <a:t>ar </a:t>
                </a:r>
                <a:r>
                  <a:rPr lang="en-US" i="1" dirty="0"/>
                  <a:t>[N/rad] are the cornering stiffness of frontal and rear tires;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i="1" dirty="0" err="1"/>
                  <a:t>l</a:t>
                </a:r>
                <a:r>
                  <a:rPr lang="en-US" i="1" baseline="-25000" dirty="0" err="1"/>
                  <a:t>f</a:t>
                </a:r>
                <a:r>
                  <a:rPr lang="en-US" i="1" baseline="-25000" dirty="0"/>
                  <a:t>, </a:t>
                </a:r>
                <a:r>
                  <a:rPr lang="en-US" i="1" dirty="0" err="1"/>
                  <a:t>l</a:t>
                </a:r>
                <a:r>
                  <a:rPr lang="en-US" i="1" baseline="-25000" dirty="0" err="1"/>
                  <a:t>r</a:t>
                </a:r>
                <a:r>
                  <a:rPr lang="en-US" i="1" dirty="0"/>
                  <a:t> [m] are the longitudinal distance from the center of gravity to rear and front tires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i="1" dirty="0" err="1"/>
                  <a:t>I</a:t>
                </a:r>
                <a:r>
                  <a:rPr lang="en-US" i="1" baseline="-25000" dirty="0" err="1"/>
                  <a:t>z</a:t>
                </a:r>
                <a:r>
                  <a:rPr lang="en-US" i="1" baseline="-25000" dirty="0"/>
                  <a:t> </a:t>
                </a:r>
                <a:r>
                  <a:rPr lang="en-US" i="1" dirty="0"/>
                  <a:t>[kg m</a:t>
                </a:r>
                <a:r>
                  <a:rPr lang="en-US" i="1" baseline="30000" dirty="0"/>
                  <a:t>2</a:t>
                </a:r>
                <a:r>
                  <a:rPr lang="en-US" i="1" dirty="0"/>
                  <a:t>] is the yaw moment of inertia</a:t>
                </a:r>
                <a:endParaRPr lang="en-US" b="0" i="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i="1" dirty="0"/>
                  <a:t> is the longitudinal position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is the desired torque to be imposed to reach the control goal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i="1" dirty="0"/>
                  <a:t>,m are the efficiency, wheel radius and the vehicle mass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i="1" dirty="0"/>
                  <a:t>C</a:t>
                </a:r>
                <a:r>
                  <a:rPr lang="en-US" i="1" baseline="-25000" dirty="0"/>
                  <a:t>D, </a:t>
                </a:r>
                <a:r>
                  <a:rPr lang="en-US" i="1" dirty="0" err="1"/>
                  <a:t>C</a:t>
                </a:r>
                <a:r>
                  <a:rPr lang="en-US" i="1" baseline="-25000" dirty="0" err="1"/>
                  <a:t>h</a:t>
                </a:r>
                <a:r>
                  <a:rPr lang="en-US" i="1" baseline="-25000" dirty="0"/>
                  <a:t> </a:t>
                </a:r>
                <a:r>
                  <a:rPr lang="en-US" i="1" dirty="0"/>
                  <a:t> are the drag coefficient and the altitude factor;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i="1" dirty="0" err="1"/>
                  <a:t>A</a:t>
                </a:r>
                <a:r>
                  <a:rPr lang="en-US" i="1" baseline="-25000" dirty="0" err="1"/>
                  <a:t>f</a:t>
                </a:r>
                <a:r>
                  <a:rPr lang="en-US" i="1" baseline="-25000" dirty="0"/>
                  <a:t>, </a:t>
                </a:r>
                <a:r>
                  <a:rPr lang="en-US" i="1" dirty="0" err="1"/>
                  <a:t>f</a:t>
                </a:r>
                <a:r>
                  <a:rPr lang="en-US" i="1" baseline="-25000" dirty="0" err="1"/>
                  <a:t>r</a:t>
                </a:r>
                <a:r>
                  <a:rPr lang="en-US" i="1" dirty="0"/>
                  <a:t> are the frontal area and the rolling resistance coefficient;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i="1" dirty="0"/>
                  <a:t> are the air density and the road-track slope ;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i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D0B6634-9AC4-9E3D-4C1A-2EC4D57F7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2783" y="105703"/>
                <a:ext cx="3749641" cy="7017306"/>
              </a:xfrm>
              <a:prstGeom prst="rect">
                <a:avLst/>
              </a:prstGeom>
              <a:blipFill>
                <a:blip r:embed="rId4"/>
                <a:stretch>
                  <a:fillRect l="-1138" t="-434" r="-1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magine 11">
            <a:extLst>
              <a:ext uri="{FF2B5EF4-FFF2-40B4-BE49-F238E27FC236}">
                <a16:creationId xmlns:a16="http://schemas.microsoft.com/office/drawing/2014/main" id="{062C790F-556C-A0FE-672D-4C621159BC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3867" y="381841"/>
            <a:ext cx="187750" cy="293360"/>
          </a:xfrm>
          <a:prstGeom prst="rect">
            <a:avLst/>
          </a:prstGeom>
        </p:spPr>
      </p:pic>
      <p:pic>
        <p:nvPicPr>
          <p:cNvPr id="10" name="Immagine 12">
            <a:extLst>
              <a:ext uri="{FF2B5EF4-FFF2-40B4-BE49-F238E27FC236}">
                <a16:creationId xmlns:a16="http://schemas.microsoft.com/office/drawing/2014/main" id="{575C9B52-61F1-2CC6-479A-6FB3643C87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2620" y="745404"/>
            <a:ext cx="144017" cy="2280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7C49252-C3C1-FC14-8F6D-65D8AD115CE0}"/>
              </a:ext>
            </a:extLst>
          </p:cNvPr>
          <p:cNvSpPr txBox="1"/>
          <p:nvPr/>
        </p:nvSpPr>
        <p:spPr>
          <a:xfrm>
            <a:off x="317632" y="1144122"/>
            <a:ext cx="7541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Lateral Behaviour</a:t>
            </a:r>
            <a:endParaRPr lang="en-US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9DB5B7-A5B8-A6D7-C237-18175745180B}"/>
              </a:ext>
            </a:extLst>
          </p:cNvPr>
          <p:cNvSpPr txBox="1"/>
          <p:nvPr/>
        </p:nvSpPr>
        <p:spPr>
          <a:xfrm>
            <a:off x="317631" y="4333480"/>
            <a:ext cx="7541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Longitudinal Behaviour</a:t>
            </a:r>
            <a:endParaRPr lang="en-US" sz="2400" b="1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C3FF03E-B074-8B2E-38DF-4FCCFDFCA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BF01-71C8-4C0E-B636-5B6C910EFC77}" type="slidenum">
              <a:rPr lang="en-US" b="1" smtClean="0">
                <a:solidFill>
                  <a:schemeClr val="tx1"/>
                </a:solidFill>
              </a:rPr>
              <a:t>4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E6FAAB-8F65-5DC4-484D-FF89EB8F5243}"/>
              </a:ext>
            </a:extLst>
          </p:cNvPr>
          <p:cNvSpPr txBox="1"/>
          <p:nvPr/>
        </p:nvSpPr>
        <p:spPr>
          <a:xfrm>
            <a:off x="10851407" y="6613601"/>
            <a:ext cx="13500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hlinkClick r:id="rId7" action="ppaction://hlinksldjump"/>
              </a:rPr>
              <a:t>← Table of contents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284747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059430A-5F12-873A-F142-E8762DDE69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167"/>
          <a:stretch/>
        </p:blipFill>
        <p:spPr>
          <a:xfrm>
            <a:off x="2" y="4241662"/>
            <a:ext cx="6641430" cy="2616340"/>
          </a:xfrm>
          <a:prstGeom prst="rect">
            <a:avLst/>
          </a:prstGeom>
        </p:spPr>
      </p:pic>
      <p:sp>
        <p:nvSpPr>
          <p:cNvPr id="19" name="Title 18">
            <a:extLst>
              <a:ext uri="{FF2B5EF4-FFF2-40B4-BE49-F238E27FC236}">
                <a16:creationId xmlns:a16="http://schemas.microsoft.com/office/drawing/2014/main" id="{AEE1CD86-D490-ACD1-60C8-53DDFE712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758" y="336250"/>
            <a:ext cx="3377665" cy="385646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+mn-lt"/>
              </a:rPr>
              <a:t>MATLAB Code</a:t>
            </a:r>
            <a:br>
              <a:rPr lang="en-US" sz="3200" dirty="0">
                <a:latin typeface="+mn-lt"/>
              </a:rPr>
            </a:br>
            <a:endParaRPr lang="en-US" sz="3200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9211AEF5-6E43-5896-F78F-A31CAC2C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BF01-71C8-4C0E-B636-5B6C910EFC77}" type="slidenum">
              <a:rPr lang="en-US" b="1" smtClean="0">
                <a:solidFill>
                  <a:schemeClr val="tx1"/>
                </a:solidFill>
              </a:rPr>
              <a:t>5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94CB1C-3325-97AC-FF97-47F0458C8BA7}"/>
              </a:ext>
            </a:extLst>
          </p:cNvPr>
          <p:cNvSpPr txBox="1"/>
          <p:nvPr/>
        </p:nvSpPr>
        <p:spPr>
          <a:xfrm>
            <a:off x="10851407" y="6613601"/>
            <a:ext cx="13500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hlinkClick r:id="rId3" action="ppaction://hlinksldjump"/>
              </a:rPr>
              <a:t>← Table of contents</a:t>
            </a:r>
            <a:endParaRPr lang="en-US" sz="10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4147C07-6632-4C05-0C98-C23CBDA4C9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72" t="1305" r="4107"/>
          <a:stretch/>
        </p:blipFill>
        <p:spPr>
          <a:xfrm>
            <a:off x="1" y="577516"/>
            <a:ext cx="6708808" cy="3664146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3295E1C-268F-6E1B-6EA8-FC3C8617570F}"/>
              </a:ext>
            </a:extLst>
          </p:cNvPr>
          <p:cNvSpPr/>
          <p:nvPr/>
        </p:nvSpPr>
        <p:spPr>
          <a:xfrm>
            <a:off x="856648" y="2204185"/>
            <a:ext cx="3272590" cy="712270"/>
          </a:xfrm>
          <a:prstGeom prst="round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peech Bubble: Rectangle with Corners Rounded 26">
            <a:extLst>
              <a:ext uri="{FF2B5EF4-FFF2-40B4-BE49-F238E27FC236}">
                <a16:creationId xmlns:a16="http://schemas.microsoft.com/office/drawing/2014/main" id="{15389972-1DE2-80BE-E5E2-8D2FA2763135}"/>
              </a:ext>
            </a:extLst>
          </p:cNvPr>
          <p:cNvSpPr/>
          <p:nvPr/>
        </p:nvSpPr>
        <p:spPr>
          <a:xfrm>
            <a:off x="4263993" y="1083036"/>
            <a:ext cx="2675824" cy="1948922"/>
          </a:xfrm>
          <a:prstGeom prst="wedgeRoundRectCallout">
            <a:avLst>
              <a:gd name="adj1" fmla="val -101755"/>
              <a:gd name="adj2" fmla="val 30386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</a:rPr>
              <a:t>Vx (initial) = 6.94 m/s</a:t>
            </a:r>
          </a:p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</a:rPr>
              <a:t>Y (initial) = 0</a:t>
            </a:r>
          </a:p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</a:rPr>
              <a:t>Vx (desired) = 11.12 m/s</a:t>
            </a:r>
          </a:p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</a:rPr>
              <a:t>Y (desired) = 3m</a:t>
            </a:r>
          </a:p>
        </p:txBody>
      </p:sp>
    </p:spTree>
    <p:extLst>
      <p:ext uri="{BB962C8B-B14F-4D97-AF65-F5344CB8AC3E}">
        <p14:creationId xmlns:p14="http://schemas.microsoft.com/office/powerpoint/2010/main" val="4053771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2D36BA-AC05-1CD0-2B05-59A54D2CA4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03"/>
          <a:stretch/>
        </p:blipFill>
        <p:spPr>
          <a:xfrm>
            <a:off x="0" y="837397"/>
            <a:ext cx="12192000" cy="602060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8BE822F-25D1-1812-2EE1-6DC8C9F7C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383" y="231114"/>
            <a:ext cx="8720488" cy="103952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+mn-lt"/>
              </a:rPr>
              <a:t>The SIMULINK Model</a:t>
            </a:r>
            <a:br>
              <a:rPr lang="en-US" sz="2800" dirty="0">
                <a:latin typeface="+mn-lt"/>
              </a:rPr>
            </a:b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3669D-7BA8-85E4-1F19-14A42DE6B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BF01-71C8-4C0E-B636-5B6C910EFC77}" type="slidenum">
              <a:rPr lang="en-US" b="1" smtClean="0">
                <a:solidFill>
                  <a:schemeClr val="tx1"/>
                </a:solidFill>
              </a:rPr>
              <a:t>6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4C0428-B2F0-E72A-AADB-BD429437C52F}"/>
              </a:ext>
            </a:extLst>
          </p:cNvPr>
          <p:cNvSpPr txBox="1"/>
          <p:nvPr/>
        </p:nvSpPr>
        <p:spPr>
          <a:xfrm>
            <a:off x="10851407" y="6613601"/>
            <a:ext cx="13500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hlinkClick r:id="rId3" action="ppaction://hlinksldjump"/>
              </a:rPr>
              <a:t>← Table of contents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097413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B531274-1115-8440-52EC-AE4F5F9DD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3" y="331781"/>
            <a:ext cx="8864065" cy="895784"/>
          </a:xfrm>
        </p:spPr>
        <p:txBody>
          <a:bodyPr>
            <a:normAutofit fontScale="90000"/>
          </a:bodyPr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Vehicle Longitudinal Dynamics Control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97E96D-CA5C-D52E-C0C6-9F257DC8A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90"/>
            <a:ext cx="12192000" cy="606881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FD1E03-441F-CEE2-5EDA-DC4F85401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BF01-71C8-4C0E-B636-5B6C910EFC77}" type="slidenum">
              <a:rPr lang="en-US" b="1" smtClean="0">
                <a:solidFill>
                  <a:schemeClr val="tx1"/>
                </a:solidFill>
              </a:rPr>
              <a:t>7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6C57A6-DCA2-4E5B-FE05-2E2E206BCFFF}"/>
              </a:ext>
            </a:extLst>
          </p:cNvPr>
          <p:cNvSpPr txBox="1"/>
          <p:nvPr/>
        </p:nvSpPr>
        <p:spPr>
          <a:xfrm>
            <a:off x="10851407" y="6613601"/>
            <a:ext cx="13500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hlinkClick r:id="rId3" action="ppaction://hlinksldjump"/>
              </a:rPr>
              <a:t>← Table of contents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014316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8C3F23-6B75-C6D2-B0CA-16C35471C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1857"/>
            <a:ext cx="12192000" cy="583614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C128553-EBEC-C311-8FDD-B01179B26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83" y="21469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Vehicle Lateral Dynamics Control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lang="en-US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806DF-067D-9216-CEEF-8A41830C1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BF01-71C8-4C0E-B636-5B6C910EFC77}" type="slidenum">
              <a:rPr lang="en-US" b="1" smtClean="0">
                <a:solidFill>
                  <a:schemeClr val="tx1"/>
                </a:solidFill>
              </a:rPr>
              <a:t>8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53FAB3-0DC3-26D9-587F-AD8500855BAA}"/>
              </a:ext>
            </a:extLst>
          </p:cNvPr>
          <p:cNvSpPr txBox="1"/>
          <p:nvPr/>
        </p:nvSpPr>
        <p:spPr>
          <a:xfrm>
            <a:off x="10851407" y="6613601"/>
            <a:ext cx="13500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hlinkClick r:id="rId3" action="ppaction://hlinksldjump"/>
              </a:rPr>
              <a:t>← Table of contents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274032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20FE31A-6F75-39FE-AFE6-81201BEEC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791" y="488770"/>
            <a:ext cx="9046945" cy="365126"/>
          </a:xfrm>
        </p:spPr>
        <p:txBody>
          <a:bodyPr>
            <a:normAutofit fontScale="90000"/>
          </a:bodyPr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Results (1/2)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4BF2DC-622C-4970-ED18-9A8A4AECF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BF01-71C8-4C0E-B636-5B6C910EFC77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F75469-5F3F-7F01-10E7-A14A1B2B0FE0}"/>
              </a:ext>
            </a:extLst>
          </p:cNvPr>
          <p:cNvSpPr txBox="1"/>
          <p:nvPr/>
        </p:nvSpPr>
        <p:spPr>
          <a:xfrm>
            <a:off x="10851407" y="6613601"/>
            <a:ext cx="13500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hlinkClick r:id="rId2" action="ppaction://hlinksldjump"/>
              </a:rPr>
              <a:t>← Table of contents</a:t>
            </a:r>
            <a:endParaRPr lang="en-US" sz="10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9DFE7C-AF35-ED8B-C3E7-7B93F8AC1360}"/>
              </a:ext>
            </a:extLst>
          </p:cNvPr>
          <p:cNvSpPr txBox="1"/>
          <p:nvPr/>
        </p:nvSpPr>
        <p:spPr>
          <a:xfrm>
            <a:off x="838200" y="5106069"/>
            <a:ext cx="4388317" cy="1634490"/>
          </a:xfrm>
          <a:prstGeom prst="round2Diag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PID Controller for Longitudinal Dynamics</a:t>
            </a:r>
          </a:p>
          <a:p>
            <a:pPr algn="ctr"/>
            <a:r>
              <a:rPr lang="en-US" dirty="0"/>
              <a:t>Kp = 987.5</a:t>
            </a:r>
          </a:p>
          <a:p>
            <a:pPr algn="ctr"/>
            <a:r>
              <a:rPr lang="en-US" dirty="0"/>
              <a:t>Ki = 175</a:t>
            </a:r>
          </a:p>
          <a:p>
            <a:pPr algn="ctr"/>
            <a:r>
              <a:rPr lang="en-US" dirty="0"/>
              <a:t>Kd = 0</a:t>
            </a:r>
          </a:p>
          <a:p>
            <a:pPr algn="ctr"/>
            <a:r>
              <a:rPr lang="en-US" dirty="0"/>
              <a:t>Settling time = ~4s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899E6C-35F4-3072-5C85-0FFE3F249DF2}"/>
              </a:ext>
            </a:extLst>
          </p:cNvPr>
          <p:cNvSpPr txBox="1"/>
          <p:nvPr/>
        </p:nvSpPr>
        <p:spPr>
          <a:xfrm>
            <a:off x="7138136" y="529069"/>
            <a:ext cx="4388317" cy="1634490"/>
          </a:xfrm>
          <a:prstGeom prst="round2Diag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PID Controller for Lateral Dynamics</a:t>
            </a:r>
          </a:p>
          <a:p>
            <a:pPr algn="ctr"/>
            <a:r>
              <a:rPr lang="en-US" dirty="0"/>
              <a:t>Kp = 1.5</a:t>
            </a:r>
          </a:p>
          <a:p>
            <a:pPr algn="ctr"/>
            <a:r>
              <a:rPr lang="en-US" dirty="0"/>
              <a:t>Ki = 0</a:t>
            </a:r>
          </a:p>
          <a:p>
            <a:pPr algn="ctr"/>
            <a:r>
              <a:rPr lang="en-US" dirty="0"/>
              <a:t>Kd = 0</a:t>
            </a:r>
          </a:p>
          <a:p>
            <a:pPr algn="ctr"/>
            <a:r>
              <a:rPr lang="en-US" dirty="0"/>
              <a:t>Settling time = ~5s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867055-EE94-965F-C92E-C77C44828F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8561" y="2277282"/>
            <a:ext cx="5933439" cy="39653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0CCD907-15CA-3403-CD6E-D4D938BA181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119"/>
          <a:stretch/>
        </p:blipFill>
        <p:spPr>
          <a:xfrm>
            <a:off x="75753" y="1020712"/>
            <a:ext cx="6020247" cy="40233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797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20FE31A-6F75-39FE-AFE6-81201BEEC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062" y="470370"/>
            <a:ext cx="9046945" cy="365126"/>
          </a:xfrm>
        </p:spPr>
        <p:txBody>
          <a:bodyPr>
            <a:normAutofit fontScale="90000"/>
          </a:bodyPr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Results (2/2)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4BF2DC-622C-4970-ED18-9A8A4AECF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BF01-71C8-4C0E-B636-5B6C910EFC77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F75469-5F3F-7F01-10E7-A14A1B2B0FE0}"/>
              </a:ext>
            </a:extLst>
          </p:cNvPr>
          <p:cNvSpPr txBox="1"/>
          <p:nvPr/>
        </p:nvSpPr>
        <p:spPr>
          <a:xfrm>
            <a:off x="10851407" y="6613601"/>
            <a:ext cx="13500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hlinkClick r:id="rId2" action="ppaction://hlinksldjump"/>
              </a:rPr>
              <a:t>← Table of contents</a:t>
            </a:r>
            <a:endParaRPr lang="en-US" sz="10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DE6C41-34B4-29DD-B18D-F6D4E4AC51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670" y="611505"/>
            <a:ext cx="8328660" cy="624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825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316FB06-11C1-C632-AC9F-6CE160225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13" y="0"/>
            <a:ext cx="2723949" cy="770020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+mn-lt"/>
              </a:rPr>
              <a:t>Robustness(1/2)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6418F1-CF69-65F0-46A9-1BE7D22A5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BF01-71C8-4C0E-B636-5B6C910EFC77}" type="slidenum">
              <a:rPr lang="en-US" smtClean="0"/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3D88F4-CDFE-E4CA-CB97-0A24642FA53E}"/>
              </a:ext>
            </a:extLst>
          </p:cNvPr>
          <p:cNvSpPr txBox="1"/>
          <p:nvPr/>
        </p:nvSpPr>
        <p:spPr>
          <a:xfrm>
            <a:off x="10851407" y="6613601"/>
            <a:ext cx="13500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hlinkClick r:id="rId2" action="ppaction://hlinksldjump"/>
              </a:rPr>
              <a:t>← Table of contents</a:t>
            </a:r>
            <a:endParaRPr lang="en-US" sz="10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AE3863-C334-873B-D616-C1B05D982F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9539"/>
          <a:stretch/>
        </p:blipFill>
        <p:spPr>
          <a:xfrm>
            <a:off x="7974561" y="96088"/>
            <a:ext cx="4111184" cy="62602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7A799C-37ED-CD6A-68AA-F4F865ABA0C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2703"/>
          <a:stretch/>
        </p:blipFill>
        <p:spPr>
          <a:xfrm>
            <a:off x="251736" y="923410"/>
            <a:ext cx="7443917" cy="56901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6179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316FB06-11C1-C632-AC9F-6CE160225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13" y="0"/>
            <a:ext cx="2723949" cy="770020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+mn-lt"/>
              </a:rPr>
              <a:t>Robustness(2/2)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6418F1-CF69-65F0-46A9-1BE7D22A5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BF01-71C8-4C0E-B636-5B6C910EFC77}" type="slidenum">
              <a:rPr lang="en-US" smtClean="0"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3D88F4-CDFE-E4CA-CB97-0A24642FA53E}"/>
              </a:ext>
            </a:extLst>
          </p:cNvPr>
          <p:cNvSpPr txBox="1"/>
          <p:nvPr/>
        </p:nvSpPr>
        <p:spPr>
          <a:xfrm>
            <a:off x="10851407" y="6613601"/>
            <a:ext cx="13500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hlinkClick r:id="rId2" action="ppaction://hlinksldjump"/>
              </a:rPr>
              <a:t>← Table of contents</a:t>
            </a:r>
            <a:endParaRPr lang="en-US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A20BC3-A69C-E864-89CA-BA3F3DA8C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535" y="868433"/>
            <a:ext cx="10577918" cy="54879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68653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238AEE-057A-8B83-A1F0-786005D58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BF01-71C8-4C0E-B636-5B6C910EFC7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29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489</Words>
  <Application>Microsoft Office PowerPoint</Application>
  <PresentationFormat>Widescreen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Times New Roman</vt:lpstr>
      <vt:lpstr>Office Theme</vt:lpstr>
      <vt:lpstr>CSAGV Challenge 2023/24   Lateral control for lane changing manoeuvre  Implementation of lateral and longitudial control in a decoupled dynamics </vt:lpstr>
      <vt:lpstr>Table of Contents</vt:lpstr>
      <vt:lpstr>Introduction/ Scenario </vt:lpstr>
      <vt:lpstr>Mathematical Expressions </vt:lpstr>
      <vt:lpstr>MATLAB Code </vt:lpstr>
      <vt:lpstr>The SIMULINK Model </vt:lpstr>
      <vt:lpstr>Vehicle Longitudinal Dynamics Control </vt:lpstr>
      <vt:lpstr>Vehicle Lateral Dynamics Control </vt:lpstr>
      <vt:lpstr>Results (1/2) </vt:lpstr>
      <vt:lpstr>Results (2/2) </vt:lpstr>
      <vt:lpstr>Robustness(1/2)</vt:lpstr>
      <vt:lpstr>Robustness(2/2)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Challenge 2023/24: Lateral control for lane changing manoeuvres </dc:title>
  <dc:creator>Umer Aijaz</dc:creator>
  <cp:lastModifiedBy>SHEIKH UMER AIJAZ</cp:lastModifiedBy>
  <cp:revision>4</cp:revision>
  <dcterms:created xsi:type="dcterms:W3CDTF">2024-01-06T18:57:12Z</dcterms:created>
  <dcterms:modified xsi:type="dcterms:W3CDTF">2025-06-12T11:36:51Z</dcterms:modified>
</cp:coreProperties>
</file>